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9"/>
  </p:notesMasterIdLst>
  <p:sldIdLst>
    <p:sldId id="256" r:id="rId2"/>
    <p:sldId id="289" r:id="rId3"/>
    <p:sldId id="288" r:id="rId4"/>
    <p:sldId id="287" r:id="rId5"/>
    <p:sldId id="286" r:id="rId6"/>
    <p:sldId id="1423" r:id="rId7"/>
    <p:sldId id="265" r:id="rId8"/>
    <p:sldId id="282" r:id="rId9"/>
    <p:sldId id="281" r:id="rId10"/>
    <p:sldId id="280" r:id="rId11"/>
    <p:sldId id="283" r:id="rId12"/>
    <p:sldId id="1476" r:id="rId13"/>
    <p:sldId id="285" r:id="rId14"/>
    <p:sldId id="284" r:id="rId15"/>
    <p:sldId id="1477" r:id="rId16"/>
    <p:sldId id="1483" r:id="rId17"/>
    <p:sldId id="1478" r:id="rId18"/>
    <p:sldId id="292" r:id="rId19"/>
    <p:sldId id="1479" r:id="rId20"/>
    <p:sldId id="1365" r:id="rId21"/>
    <p:sldId id="1480" r:id="rId22"/>
    <p:sldId id="1482" r:id="rId23"/>
    <p:sldId id="1471" r:id="rId24"/>
    <p:sldId id="1366" r:id="rId25"/>
    <p:sldId id="1465" r:id="rId26"/>
    <p:sldId id="1368" r:id="rId27"/>
    <p:sldId id="1454" r:id="rId28"/>
    <p:sldId id="1455" r:id="rId29"/>
    <p:sldId id="1456" r:id="rId30"/>
    <p:sldId id="1457" r:id="rId31"/>
    <p:sldId id="1458" r:id="rId32"/>
    <p:sldId id="290" r:id="rId33"/>
    <p:sldId id="1459" r:id="rId34"/>
    <p:sldId id="1460" r:id="rId35"/>
    <p:sldId id="1461" r:id="rId36"/>
    <p:sldId id="1462" r:id="rId37"/>
    <p:sldId id="294" r:id="rId38"/>
    <p:sldId id="257" r:id="rId39"/>
    <p:sldId id="1475" r:id="rId40"/>
    <p:sldId id="1463" r:id="rId41"/>
    <p:sldId id="295" r:id="rId42"/>
    <p:sldId id="261" r:id="rId43"/>
    <p:sldId id="259" r:id="rId44"/>
    <p:sldId id="1474" r:id="rId45"/>
    <p:sldId id="1453" r:id="rId46"/>
    <p:sldId id="279" r:id="rId47"/>
    <p:sldId id="1464" r:id="rId4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98"/>
    <p:restoredTop sz="94687"/>
  </p:normalViewPr>
  <p:slideViewPr>
    <p:cSldViewPr snapToGrid="0" snapToObjects="1">
      <p:cViewPr varScale="1">
        <p:scale>
          <a:sx n="78" d="100"/>
          <a:sy n="78" d="100"/>
        </p:scale>
        <p:origin x="83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445D87D-9C0C-475D-BC23-8C5152675914}" type="datetimeFigureOut">
              <a:rPr lang="en-IN" smtClean="0"/>
              <a:t>30-09-2026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E6125AB-91F3-482A-87A9-DD9AD0A77E48}" type="slidenum">
              <a:rPr lang="en-IN" smtClean="0"/>
              <a:t>‹#›</a:t>
            </a:fld>
            <a:endParaRPr lang="en-IN"/>
          </a:p>
        </p:txBody>
      </p:sp>
    </p:spTree>
    <p:extLst>
      <p:ext uri="{BB962C8B-B14F-4D97-AF65-F5344CB8AC3E}">
        <p14:creationId xmlns:p14="http://schemas.microsoft.com/office/powerpoint/2010/main" val="37125294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F2A03D1B-69E0-CB89-F343-4D683D9D7A48}"/>
              </a:ext>
            </a:extLst>
          </p:cNvPr>
          <p:cNvSpPr>
            <a:spLocks noGrp="1" noRot="1" noChangeAspect="1" noChangeArrowheads="1" noTextEdit="1"/>
          </p:cNvSpPr>
          <p:nvPr>
            <p:ph type="sldImg"/>
          </p:nvPr>
        </p:nvSpPr>
        <p:spPr>
          <a:ln/>
        </p:spPr>
      </p:sp>
      <p:sp>
        <p:nvSpPr>
          <p:cNvPr id="43011" name="Rectangle 3">
            <a:extLst>
              <a:ext uri="{FF2B5EF4-FFF2-40B4-BE49-F238E27FC236}">
                <a16:creationId xmlns:a16="http://schemas.microsoft.com/office/drawing/2014/main" id="{CEEEA5A3-6991-D1C2-BB8D-E24D0273D24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2453757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9AD706-02C3-074B-57E1-85EC48AC6974}"/>
            </a:ext>
          </a:extLst>
        </p:cNvPr>
        <p:cNvGrpSpPr/>
        <p:nvPr/>
      </p:nvGrpSpPr>
      <p:grpSpPr>
        <a:xfrm>
          <a:off x="0" y="0"/>
          <a:ext cx="0" cy="0"/>
          <a:chOff x="0" y="0"/>
          <a:chExt cx="0" cy="0"/>
        </a:xfrm>
      </p:grpSpPr>
      <p:sp>
        <p:nvSpPr>
          <p:cNvPr id="43010" name="Rectangle 2">
            <a:extLst>
              <a:ext uri="{FF2B5EF4-FFF2-40B4-BE49-F238E27FC236}">
                <a16:creationId xmlns:a16="http://schemas.microsoft.com/office/drawing/2014/main" id="{6E83CB29-F189-0329-8CEC-463766D30503}"/>
              </a:ext>
            </a:extLst>
          </p:cNvPr>
          <p:cNvSpPr>
            <a:spLocks noGrp="1" noRot="1" noChangeAspect="1" noChangeArrowheads="1" noTextEdit="1"/>
          </p:cNvSpPr>
          <p:nvPr>
            <p:ph type="sldImg"/>
          </p:nvPr>
        </p:nvSpPr>
        <p:spPr>
          <a:ln/>
        </p:spPr>
      </p:sp>
      <p:sp>
        <p:nvSpPr>
          <p:cNvPr id="43011" name="Rectangle 3">
            <a:extLst>
              <a:ext uri="{FF2B5EF4-FFF2-40B4-BE49-F238E27FC236}">
                <a16:creationId xmlns:a16="http://schemas.microsoft.com/office/drawing/2014/main" id="{6122E3FB-57E9-63FF-1E3C-AEC717A8C74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17758413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a:extLst>
              <a:ext uri="{FF2B5EF4-FFF2-40B4-BE49-F238E27FC236}">
                <a16:creationId xmlns:a16="http://schemas.microsoft.com/office/drawing/2014/main" id="{65ABFA93-295D-3361-B9B5-5ECC6B2401A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spcBef>
                <a:spcPct val="30000"/>
              </a:spcBef>
              <a:defRPr sz="1200">
                <a:solidFill>
                  <a:schemeClr val="tx1"/>
                </a:solidFill>
                <a:latin typeface="Times New Roman" panose="02020603050405020304" pitchFamily="18" charset="0"/>
              </a:defRPr>
            </a:lvl1pPr>
            <a:lvl2pPr marL="742950" indent="-285750" defTabSz="931863">
              <a:spcBef>
                <a:spcPct val="30000"/>
              </a:spcBef>
              <a:defRPr sz="1200">
                <a:solidFill>
                  <a:schemeClr val="tx1"/>
                </a:solidFill>
                <a:latin typeface="Times New Roman" panose="02020603050405020304" pitchFamily="18" charset="0"/>
              </a:defRPr>
            </a:lvl2pPr>
            <a:lvl3pPr marL="1143000" indent="-228600" defTabSz="931863">
              <a:spcBef>
                <a:spcPct val="30000"/>
              </a:spcBef>
              <a:defRPr sz="1200">
                <a:solidFill>
                  <a:schemeClr val="tx1"/>
                </a:solidFill>
                <a:latin typeface="Times New Roman" panose="02020603050405020304" pitchFamily="18" charset="0"/>
              </a:defRPr>
            </a:lvl3pPr>
            <a:lvl4pPr marL="1600200" indent="-228600" defTabSz="931863">
              <a:spcBef>
                <a:spcPct val="30000"/>
              </a:spcBef>
              <a:defRPr sz="1200">
                <a:solidFill>
                  <a:schemeClr val="tx1"/>
                </a:solidFill>
                <a:latin typeface="Times New Roman" panose="02020603050405020304" pitchFamily="18" charset="0"/>
              </a:defRPr>
            </a:lvl4pPr>
            <a:lvl5pPr marL="2057400" indent="-228600" defTabSz="931863">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7E7CDF79-D0CC-46F1-9915-5ED30A59EAC5}" type="slidenum">
              <a:rPr lang="en-US" altLang="en-US" smtClean="0"/>
              <a:pPr>
                <a:spcBef>
                  <a:spcPct val="0"/>
                </a:spcBef>
              </a:pPr>
              <a:t>20</a:t>
            </a:fld>
            <a:endParaRPr lang="en-US" altLang="en-US"/>
          </a:p>
        </p:txBody>
      </p:sp>
      <p:sp>
        <p:nvSpPr>
          <p:cNvPr id="53251" name="Rectangle 2">
            <a:extLst>
              <a:ext uri="{FF2B5EF4-FFF2-40B4-BE49-F238E27FC236}">
                <a16:creationId xmlns:a16="http://schemas.microsoft.com/office/drawing/2014/main" id="{841A4660-314E-C500-3A0F-F6D57E595961}"/>
              </a:ext>
            </a:extLst>
          </p:cNvPr>
          <p:cNvSpPr>
            <a:spLocks noGrp="1" noRot="1" noChangeAspect="1" noChangeArrowheads="1" noTextEdit="1"/>
          </p:cNvSpPr>
          <p:nvPr>
            <p:ph type="sldImg"/>
          </p:nvPr>
        </p:nvSpPr>
        <p:spPr>
          <a:xfrm>
            <a:off x="441325" y="698500"/>
            <a:ext cx="6132513" cy="3451225"/>
          </a:xfrm>
          <a:ln w="12700" cap="flat">
            <a:solidFill>
              <a:schemeClr val="tx1"/>
            </a:solidFill>
          </a:ln>
        </p:spPr>
      </p:sp>
      <p:sp>
        <p:nvSpPr>
          <p:cNvPr id="53252" name="Rectangle 3">
            <a:extLst>
              <a:ext uri="{FF2B5EF4-FFF2-40B4-BE49-F238E27FC236}">
                <a16:creationId xmlns:a16="http://schemas.microsoft.com/office/drawing/2014/main" id="{9C503918-E547-8649-3CE2-7F56BD2972E2}"/>
              </a:ext>
            </a:extLst>
          </p:cNvPr>
          <p:cNvSpPr>
            <a:spLocks noGrp="1" noChangeArrowheads="1"/>
          </p:cNvSpPr>
          <p:nvPr>
            <p:ph type="body" idx="1"/>
          </p:nvPr>
        </p:nvSpPr>
        <p:spPr>
          <a:xfrm>
            <a:off x="935038" y="4387850"/>
            <a:ext cx="5140325" cy="41576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7348" tIns="43673" rIns="87348" bIns="43673"/>
          <a:lstStyle/>
          <a:p>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AA2BAE-C582-272B-3897-F1962D731DA8}"/>
            </a:ext>
          </a:extLst>
        </p:cNvPr>
        <p:cNvGrpSpPr/>
        <p:nvPr/>
      </p:nvGrpSpPr>
      <p:grpSpPr>
        <a:xfrm>
          <a:off x="0" y="0"/>
          <a:ext cx="0" cy="0"/>
          <a:chOff x="0" y="0"/>
          <a:chExt cx="0" cy="0"/>
        </a:xfrm>
      </p:grpSpPr>
      <p:sp>
        <p:nvSpPr>
          <p:cNvPr id="53250" name="Rectangle 7">
            <a:extLst>
              <a:ext uri="{FF2B5EF4-FFF2-40B4-BE49-F238E27FC236}">
                <a16:creationId xmlns:a16="http://schemas.microsoft.com/office/drawing/2014/main" id="{376B2126-CB7D-9F55-A9F7-957260E2C27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spcBef>
                <a:spcPct val="30000"/>
              </a:spcBef>
              <a:defRPr sz="1200">
                <a:solidFill>
                  <a:schemeClr val="tx1"/>
                </a:solidFill>
                <a:latin typeface="Times New Roman" panose="02020603050405020304" pitchFamily="18" charset="0"/>
              </a:defRPr>
            </a:lvl1pPr>
            <a:lvl2pPr marL="742950" indent="-285750" defTabSz="931863">
              <a:spcBef>
                <a:spcPct val="30000"/>
              </a:spcBef>
              <a:defRPr sz="1200">
                <a:solidFill>
                  <a:schemeClr val="tx1"/>
                </a:solidFill>
                <a:latin typeface="Times New Roman" panose="02020603050405020304" pitchFamily="18" charset="0"/>
              </a:defRPr>
            </a:lvl2pPr>
            <a:lvl3pPr marL="1143000" indent="-228600" defTabSz="931863">
              <a:spcBef>
                <a:spcPct val="30000"/>
              </a:spcBef>
              <a:defRPr sz="1200">
                <a:solidFill>
                  <a:schemeClr val="tx1"/>
                </a:solidFill>
                <a:latin typeface="Times New Roman" panose="02020603050405020304" pitchFamily="18" charset="0"/>
              </a:defRPr>
            </a:lvl3pPr>
            <a:lvl4pPr marL="1600200" indent="-228600" defTabSz="931863">
              <a:spcBef>
                <a:spcPct val="30000"/>
              </a:spcBef>
              <a:defRPr sz="1200">
                <a:solidFill>
                  <a:schemeClr val="tx1"/>
                </a:solidFill>
                <a:latin typeface="Times New Roman" panose="02020603050405020304" pitchFamily="18" charset="0"/>
              </a:defRPr>
            </a:lvl4pPr>
            <a:lvl5pPr marL="2057400" indent="-228600" defTabSz="931863">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7E7CDF79-D0CC-46F1-9915-5ED30A59EAC5}" type="slidenum">
              <a:rPr lang="en-US" altLang="en-US" smtClean="0"/>
              <a:pPr>
                <a:spcBef>
                  <a:spcPct val="0"/>
                </a:spcBef>
              </a:pPr>
              <a:t>21</a:t>
            </a:fld>
            <a:endParaRPr lang="en-US" altLang="en-US"/>
          </a:p>
        </p:txBody>
      </p:sp>
      <p:sp>
        <p:nvSpPr>
          <p:cNvPr id="53251" name="Rectangle 2">
            <a:extLst>
              <a:ext uri="{FF2B5EF4-FFF2-40B4-BE49-F238E27FC236}">
                <a16:creationId xmlns:a16="http://schemas.microsoft.com/office/drawing/2014/main" id="{893AC5F1-1CB7-81A4-248A-CF9344BDF2D9}"/>
              </a:ext>
            </a:extLst>
          </p:cNvPr>
          <p:cNvSpPr>
            <a:spLocks noGrp="1" noRot="1" noChangeAspect="1" noChangeArrowheads="1" noTextEdit="1"/>
          </p:cNvSpPr>
          <p:nvPr>
            <p:ph type="sldImg"/>
          </p:nvPr>
        </p:nvSpPr>
        <p:spPr>
          <a:xfrm>
            <a:off x="441325" y="698500"/>
            <a:ext cx="6132513" cy="3451225"/>
          </a:xfrm>
          <a:ln w="12700" cap="flat">
            <a:solidFill>
              <a:schemeClr val="tx1"/>
            </a:solidFill>
          </a:ln>
        </p:spPr>
      </p:sp>
      <p:sp>
        <p:nvSpPr>
          <p:cNvPr id="53252" name="Rectangle 3">
            <a:extLst>
              <a:ext uri="{FF2B5EF4-FFF2-40B4-BE49-F238E27FC236}">
                <a16:creationId xmlns:a16="http://schemas.microsoft.com/office/drawing/2014/main" id="{AE98D69A-3152-2441-55EB-C07CAFD38134}"/>
              </a:ext>
            </a:extLst>
          </p:cNvPr>
          <p:cNvSpPr>
            <a:spLocks noGrp="1" noChangeArrowheads="1"/>
          </p:cNvSpPr>
          <p:nvPr>
            <p:ph type="body" idx="1"/>
          </p:nvPr>
        </p:nvSpPr>
        <p:spPr>
          <a:xfrm>
            <a:off x="935038" y="4387850"/>
            <a:ext cx="5140325" cy="41576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7348" tIns="43673" rIns="87348" bIns="43673"/>
          <a:lstStyle/>
          <a:p>
            <a:endParaRPr lang="en-US" altLang="en-US"/>
          </a:p>
        </p:txBody>
      </p:sp>
    </p:spTree>
    <p:extLst>
      <p:ext uri="{BB962C8B-B14F-4D97-AF65-F5344CB8AC3E}">
        <p14:creationId xmlns:p14="http://schemas.microsoft.com/office/powerpoint/2010/main" val="34258449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DD88D2-BEBF-9E32-8CD2-2C612644C8BB}"/>
            </a:ext>
          </a:extLst>
        </p:cNvPr>
        <p:cNvGrpSpPr/>
        <p:nvPr/>
      </p:nvGrpSpPr>
      <p:grpSpPr>
        <a:xfrm>
          <a:off x="0" y="0"/>
          <a:ext cx="0" cy="0"/>
          <a:chOff x="0" y="0"/>
          <a:chExt cx="0" cy="0"/>
        </a:xfrm>
      </p:grpSpPr>
      <p:sp>
        <p:nvSpPr>
          <p:cNvPr id="53250" name="Rectangle 7">
            <a:extLst>
              <a:ext uri="{FF2B5EF4-FFF2-40B4-BE49-F238E27FC236}">
                <a16:creationId xmlns:a16="http://schemas.microsoft.com/office/drawing/2014/main" id="{6B91A827-F926-CDE5-D4B4-1A4EC3D6D57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spcBef>
                <a:spcPct val="30000"/>
              </a:spcBef>
              <a:defRPr sz="1200">
                <a:solidFill>
                  <a:schemeClr val="tx1"/>
                </a:solidFill>
                <a:latin typeface="Times New Roman" panose="02020603050405020304" pitchFamily="18" charset="0"/>
              </a:defRPr>
            </a:lvl1pPr>
            <a:lvl2pPr marL="742950" indent="-285750" defTabSz="931863">
              <a:spcBef>
                <a:spcPct val="30000"/>
              </a:spcBef>
              <a:defRPr sz="1200">
                <a:solidFill>
                  <a:schemeClr val="tx1"/>
                </a:solidFill>
                <a:latin typeface="Times New Roman" panose="02020603050405020304" pitchFamily="18" charset="0"/>
              </a:defRPr>
            </a:lvl2pPr>
            <a:lvl3pPr marL="1143000" indent="-228600" defTabSz="931863">
              <a:spcBef>
                <a:spcPct val="30000"/>
              </a:spcBef>
              <a:defRPr sz="1200">
                <a:solidFill>
                  <a:schemeClr val="tx1"/>
                </a:solidFill>
                <a:latin typeface="Times New Roman" panose="02020603050405020304" pitchFamily="18" charset="0"/>
              </a:defRPr>
            </a:lvl3pPr>
            <a:lvl4pPr marL="1600200" indent="-228600" defTabSz="931863">
              <a:spcBef>
                <a:spcPct val="30000"/>
              </a:spcBef>
              <a:defRPr sz="1200">
                <a:solidFill>
                  <a:schemeClr val="tx1"/>
                </a:solidFill>
                <a:latin typeface="Times New Roman" panose="02020603050405020304" pitchFamily="18" charset="0"/>
              </a:defRPr>
            </a:lvl4pPr>
            <a:lvl5pPr marL="2057400" indent="-228600" defTabSz="931863">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7E7CDF79-D0CC-46F1-9915-5ED30A59EAC5}" type="slidenum">
              <a:rPr lang="en-US" altLang="en-US" smtClean="0"/>
              <a:pPr>
                <a:spcBef>
                  <a:spcPct val="0"/>
                </a:spcBef>
              </a:pPr>
              <a:t>22</a:t>
            </a:fld>
            <a:endParaRPr lang="en-US" altLang="en-US"/>
          </a:p>
        </p:txBody>
      </p:sp>
      <p:sp>
        <p:nvSpPr>
          <p:cNvPr id="53251" name="Rectangle 2">
            <a:extLst>
              <a:ext uri="{FF2B5EF4-FFF2-40B4-BE49-F238E27FC236}">
                <a16:creationId xmlns:a16="http://schemas.microsoft.com/office/drawing/2014/main" id="{16AB4D62-0E2A-9573-940E-56B33F4D4B98}"/>
              </a:ext>
            </a:extLst>
          </p:cNvPr>
          <p:cNvSpPr>
            <a:spLocks noGrp="1" noRot="1" noChangeAspect="1" noChangeArrowheads="1" noTextEdit="1"/>
          </p:cNvSpPr>
          <p:nvPr>
            <p:ph type="sldImg"/>
          </p:nvPr>
        </p:nvSpPr>
        <p:spPr>
          <a:xfrm>
            <a:off x="441325" y="698500"/>
            <a:ext cx="6132513" cy="3451225"/>
          </a:xfrm>
          <a:ln w="12700" cap="flat">
            <a:solidFill>
              <a:schemeClr val="tx1"/>
            </a:solidFill>
          </a:ln>
        </p:spPr>
      </p:sp>
      <p:sp>
        <p:nvSpPr>
          <p:cNvPr id="53252" name="Rectangle 3">
            <a:extLst>
              <a:ext uri="{FF2B5EF4-FFF2-40B4-BE49-F238E27FC236}">
                <a16:creationId xmlns:a16="http://schemas.microsoft.com/office/drawing/2014/main" id="{0C46C71F-7202-7DC7-5BEF-0545C775CA8B}"/>
              </a:ext>
            </a:extLst>
          </p:cNvPr>
          <p:cNvSpPr>
            <a:spLocks noGrp="1" noChangeArrowheads="1"/>
          </p:cNvSpPr>
          <p:nvPr>
            <p:ph type="body" idx="1"/>
          </p:nvPr>
        </p:nvSpPr>
        <p:spPr>
          <a:xfrm>
            <a:off x="935038" y="4387850"/>
            <a:ext cx="5140325" cy="41576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7348" tIns="43673" rIns="87348" bIns="43673"/>
          <a:lstStyle/>
          <a:p>
            <a:endParaRPr lang="en-US" altLang="en-US"/>
          </a:p>
        </p:txBody>
      </p:sp>
    </p:spTree>
    <p:extLst>
      <p:ext uri="{BB962C8B-B14F-4D97-AF65-F5344CB8AC3E}">
        <p14:creationId xmlns:p14="http://schemas.microsoft.com/office/powerpoint/2010/main" val="14367249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a:extLst>
              <a:ext uri="{FF2B5EF4-FFF2-40B4-BE49-F238E27FC236}">
                <a16:creationId xmlns:a16="http://schemas.microsoft.com/office/drawing/2014/main" id="{A16198DF-801B-183E-3461-A2F1D711449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spcBef>
                <a:spcPct val="30000"/>
              </a:spcBef>
              <a:defRPr sz="1200">
                <a:solidFill>
                  <a:schemeClr val="tx1"/>
                </a:solidFill>
                <a:latin typeface="Times New Roman" panose="02020603050405020304" pitchFamily="18" charset="0"/>
              </a:defRPr>
            </a:lvl1pPr>
            <a:lvl2pPr marL="742950" indent="-285750" defTabSz="931863">
              <a:spcBef>
                <a:spcPct val="30000"/>
              </a:spcBef>
              <a:defRPr sz="1200">
                <a:solidFill>
                  <a:schemeClr val="tx1"/>
                </a:solidFill>
                <a:latin typeface="Times New Roman" panose="02020603050405020304" pitchFamily="18" charset="0"/>
              </a:defRPr>
            </a:lvl2pPr>
            <a:lvl3pPr marL="1143000" indent="-228600" defTabSz="931863">
              <a:spcBef>
                <a:spcPct val="30000"/>
              </a:spcBef>
              <a:defRPr sz="1200">
                <a:solidFill>
                  <a:schemeClr val="tx1"/>
                </a:solidFill>
                <a:latin typeface="Times New Roman" panose="02020603050405020304" pitchFamily="18" charset="0"/>
              </a:defRPr>
            </a:lvl3pPr>
            <a:lvl4pPr marL="1600200" indent="-228600" defTabSz="931863">
              <a:spcBef>
                <a:spcPct val="30000"/>
              </a:spcBef>
              <a:defRPr sz="1200">
                <a:solidFill>
                  <a:schemeClr val="tx1"/>
                </a:solidFill>
                <a:latin typeface="Times New Roman" panose="02020603050405020304" pitchFamily="18" charset="0"/>
              </a:defRPr>
            </a:lvl4pPr>
            <a:lvl5pPr marL="2057400" indent="-228600" defTabSz="931863">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F8710DC7-AAEF-4187-AF9C-4BBB92C5388C}" type="slidenum">
              <a:rPr lang="en-US" altLang="en-US" smtClean="0"/>
              <a:pPr>
                <a:spcBef>
                  <a:spcPct val="0"/>
                </a:spcBef>
              </a:pPr>
              <a:t>24</a:t>
            </a:fld>
            <a:endParaRPr lang="en-US" altLang="en-US"/>
          </a:p>
        </p:txBody>
      </p:sp>
      <p:sp>
        <p:nvSpPr>
          <p:cNvPr id="55299" name="Rectangle 2">
            <a:extLst>
              <a:ext uri="{FF2B5EF4-FFF2-40B4-BE49-F238E27FC236}">
                <a16:creationId xmlns:a16="http://schemas.microsoft.com/office/drawing/2014/main" id="{2E61B371-B7B0-4771-C744-1559F67C290B}"/>
              </a:ext>
            </a:extLst>
          </p:cNvPr>
          <p:cNvSpPr>
            <a:spLocks noGrp="1" noRot="1" noChangeAspect="1" noChangeArrowheads="1" noTextEdit="1"/>
          </p:cNvSpPr>
          <p:nvPr>
            <p:ph type="sldImg"/>
          </p:nvPr>
        </p:nvSpPr>
        <p:spPr>
          <a:xfrm>
            <a:off x="441325" y="698500"/>
            <a:ext cx="6132513" cy="3451225"/>
          </a:xfrm>
          <a:ln w="12700" cap="flat">
            <a:solidFill>
              <a:schemeClr val="tx1"/>
            </a:solidFill>
          </a:ln>
        </p:spPr>
      </p:sp>
      <p:sp>
        <p:nvSpPr>
          <p:cNvPr id="55300" name="Rectangle 3">
            <a:extLst>
              <a:ext uri="{FF2B5EF4-FFF2-40B4-BE49-F238E27FC236}">
                <a16:creationId xmlns:a16="http://schemas.microsoft.com/office/drawing/2014/main" id="{A6224D2B-A0C5-4BFE-1581-3B6DA96DCABC}"/>
              </a:ext>
            </a:extLst>
          </p:cNvPr>
          <p:cNvSpPr>
            <a:spLocks noGrp="1" noChangeArrowheads="1"/>
          </p:cNvSpPr>
          <p:nvPr>
            <p:ph type="body" idx="1"/>
          </p:nvPr>
        </p:nvSpPr>
        <p:spPr>
          <a:xfrm>
            <a:off x="935038" y="4387850"/>
            <a:ext cx="5140325" cy="41576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7348" tIns="43673" rIns="87348" bIns="43673"/>
          <a:lstStyle/>
          <a:p>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521C89E7-AC09-CA07-4006-C17A32E70106}"/>
              </a:ext>
            </a:extLst>
          </p:cNvPr>
          <p:cNvSpPr>
            <a:spLocks noGrp="1" noRot="1" noChangeAspect="1" noChangeArrowheads="1" noTextEdit="1"/>
          </p:cNvSpPr>
          <p:nvPr>
            <p:ph type="sldImg"/>
          </p:nvPr>
        </p:nvSpPr>
        <p:spPr>
          <a:ln/>
        </p:spPr>
      </p:sp>
      <p:sp>
        <p:nvSpPr>
          <p:cNvPr id="73731" name="Rectangle 3">
            <a:extLst>
              <a:ext uri="{FF2B5EF4-FFF2-40B4-BE49-F238E27FC236}">
                <a16:creationId xmlns:a16="http://schemas.microsoft.com/office/drawing/2014/main" id="{0D6BF47A-EF65-A2BB-60E2-049531444D2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15927911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a:extLst>
              <a:ext uri="{FF2B5EF4-FFF2-40B4-BE49-F238E27FC236}">
                <a16:creationId xmlns:a16="http://schemas.microsoft.com/office/drawing/2014/main" id="{5915DCCB-C3E6-6D8C-EF5D-FDE3430B78BE}"/>
              </a:ext>
            </a:extLst>
          </p:cNvPr>
          <p:cNvSpPr>
            <a:spLocks noGrp="1" noRot="1" noChangeAspect="1" noChangeArrowheads="1" noTextEdit="1"/>
          </p:cNvSpPr>
          <p:nvPr>
            <p:ph type="sldImg"/>
          </p:nvPr>
        </p:nvSpPr>
        <p:spPr>
          <a:ln/>
        </p:spPr>
      </p:sp>
      <p:sp>
        <p:nvSpPr>
          <p:cNvPr id="83971" name="Rectangle 3">
            <a:extLst>
              <a:ext uri="{FF2B5EF4-FFF2-40B4-BE49-F238E27FC236}">
                <a16:creationId xmlns:a16="http://schemas.microsoft.com/office/drawing/2014/main" id="{458D2176-0980-6C33-87AE-3E3F8CE6ED8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7224300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2C6F5C-8490-2045-8198-685B04FA4690}"/>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86FD737B-9DE5-0348-8DDB-33310D69FF0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850FAB25-6570-944B-BE03-6A861DF63582}"/>
              </a:ext>
            </a:extLst>
          </p:cNvPr>
          <p:cNvSpPr>
            <a:spLocks noGrp="1"/>
          </p:cNvSpPr>
          <p:nvPr>
            <p:ph type="dt" sz="half" idx="10"/>
          </p:nvPr>
        </p:nvSpPr>
        <p:spPr/>
        <p:txBody>
          <a:bodyPr/>
          <a:lstStyle/>
          <a:p>
            <a:fld id="{B2019F61-0579-0841-955B-CEF7F11C563F}" type="datetimeFigureOut">
              <a:rPr lang="en-US" smtClean="0"/>
              <a:t>9/30/2026</a:t>
            </a:fld>
            <a:endParaRPr lang="en-US"/>
          </a:p>
        </p:txBody>
      </p:sp>
      <p:sp>
        <p:nvSpPr>
          <p:cNvPr id="5" name="Footer Placeholder 4">
            <a:extLst>
              <a:ext uri="{FF2B5EF4-FFF2-40B4-BE49-F238E27FC236}">
                <a16:creationId xmlns:a16="http://schemas.microsoft.com/office/drawing/2014/main" id="{3067AADA-B6DE-3642-A663-948F63CB7F7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530413C-44A2-904D-946F-0DCE3AE3DE56}"/>
              </a:ext>
            </a:extLst>
          </p:cNvPr>
          <p:cNvSpPr>
            <a:spLocks noGrp="1"/>
          </p:cNvSpPr>
          <p:nvPr>
            <p:ph type="sldNum" sz="quarter" idx="12"/>
          </p:nvPr>
        </p:nvSpPr>
        <p:spPr/>
        <p:txBody>
          <a:bodyPr/>
          <a:lstStyle/>
          <a:p>
            <a:fld id="{E7FF7BA1-80BA-C942-93BD-C5F8F69CF7F6}" type="slidenum">
              <a:rPr lang="en-US" smtClean="0"/>
              <a:t>‹#›</a:t>
            </a:fld>
            <a:endParaRPr lang="en-US"/>
          </a:p>
        </p:txBody>
      </p:sp>
    </p:spTree>
    <p:extLst>
      <p:ext uri="{BB962C8B-B14F-4D97-AF65-F5344CB8AC3E}">
        <p14:creationId xmlns:p14="http://schemas.microsoft.com/office/powerpoint/2010/main" val="23253354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4BDFBF-6202-9846-AEE2-882D4FF0C5D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6326449D-00B6-9E42-9A79-D0E323125B0E}"/>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D5459A1-3416-EC4D-BE68-E07EB007A7C9}"/>
              </a:ext>
            </a:extLst>
          </p:cNvPr>
          <p:cNvSpPr>
            <a:spLocks noGrp="1"/>
          </p:cNvSpPr>
          <p:nvPr>
            <p:ph type="dt" sz="half" idx="10"/>
          </p:nvPr>
        </p:nvSpPr>
        <p:spPr/>
        <p:txBody>
          <a:bodyPr/>
          <a:lstStyle/>
          <a:p>
            <a:fld id="{B2019F61-0579-0841-955B-CEF7F11C563F}" type="datetimeFigureOut">
              <a:rPr lang="en-US" smtClean="0"/>
              <a:t>9/30/2026</a:t>
            </a:fld>
            <a:endParaRPr lang="en-US"/>
          </a:p>
        </p:txBody>
      </p:sp>
      <p:sp>
        <p:nvSpPr>
          <p:cNvPr id="5" name="Footer Placeholder 4">
            <a:extLst>
              <a:ext uri="{FF2B5EF4-FFF2-40B4-BE49-F238E27FC236}">
                <a16:creationId xmlns:a16="http://schemas.microsoft.com/office/drawing/2014/main" id="{22C44A5D-76FA-C640-BCB1-B521F19D28E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25D6C8B-2BE9-F949-8A28-C81B5F82E350}"/>
              </a:ext>
            </a:extLst>
          </p:cNvPr>
          <p:cNvSpPr>
            <a:spLocks noGrp="1"/>
          </p:cNvSpPr>
          <p:nvPr>
            <p:ph type="sldNum" sz="quarter" idx="12"/>
          </p:nvPr>
        </p:nvSpPr>
        <p:spPr/>
        <p:txBody>
          <a:bodyPr/>
          <a:lstStyle/>
          <a:p>
            <a:fld id="{E7FF7BA1-80BA-C942-93BD-C5F8F69CF7F6}" type="slidenum">
              <a:rPr lang="en-US" smtClean="0"/>
              <a:t>‹#›</a:t>
            </a:fld>
            <a:endParaRPr lang="en-US"/>
          </a:p>
        </p:txBody>
      </p:sp>
    </p:spTree>
    <p:extLst>
      <p:ext uri="{BB962C8B-B14F-4D97-AF65-F5344CB8AC3E}">
        <p14:creationId xmlns:p14="http://schemas.microsoft.com/office/powerpoint/2010/main" val="33191625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270B90-C43F-E44F-A952-C8D8B3A32BC7}"/>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48397083-0F4F-1841-896F-ACECCCAF4DB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EFD43395-A0F0-BB4E-A79E-25BE97E79315}"/>
              </a:ext>
            </a:extLst>
          </p:cNvPr>
          <p:cNvSpPr>
            <a:spLocks noGrp="1"/>
          </p:cNvSpPr>
          <p:nvPr>
            <p:ph type="dt" sz="half" idx="10"/>
          </p:nvPr>
        </p:nvSpPr>
        <p:spPr/>
        <p:txBody>
          <a:bodyPr/>
          <a:lstStyle/>
          <a:p>
            <a:fld id="{B2019F61-0579-0841-955B-CEF7F11C563F}" type="datetimeFigureOut">
              <a:rPr lang="en-US" smtClean="0"/>
              <a:t>9/30/2026</a:t>
            </a:fld>
            <a:endParaRPr lang="en-US"/>
          </a:p>
        </p:txBody>
      </p:sp>
      <p:sp>
        <p:nvSpPr>
          <p:cNvPr id="5" name="Footer Placeholder 4">
            <a:extLst>
              <a:ext uri="{FF2B5EF4-FFF2-40B4-BE49-F238E27FC236}">
                <a16:creationId xmlns:a16="http://schemas.microsoft.com/office/drawing/2014/main" id="{4BD4438D-D611-9045-8772-8C316B5024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9A11635-681A-7749-A5A7-8A3F237E24D3}"/>
              </a:ext>
            </a:extLst>
          </p:cNvPr>
          <p:cNvSpPr>
            <a:spLocks noGrp="1"/>
          </p:cNvSpPr>
          <p:nvPr>
            <p:ph type="sldNum" sz="quarter" idx="12"/>
          </p:nvPr>
        </p:nvSpPr>
        <p:spPr/>
        <p:txBody>
          <a:bodyPr/>
          <a:lstStyle/>
          <a:p>
            <a:fld id="{E7FF7BA1-80BA-C942-93BD-C5F8F69CF7F6}" type="slidenum">
              <a:rPr lang="en-US" smtClean="0"/>
              <a:t>‹#›</a:t>
            </a:fld>
            <a:endParaRPr lang="en-US"/>
          </a:p>
        </p:txBody>
      </p:sp>
    </p:spTree>
    <p:extLst>
      <p:ext uri="{BB962C8B-B14F-4D97-AF65-F5344CB8AC3E}">
        <p14:creationId xmlns:p14="http://schemas.microsoft.com/office/powerpoint/2010/main" val="30545581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D0E77A-7302-BB40-9FDA-BF0D4AB98974}"/>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B41EB15C-63A7-194C-B264-AA9ED7D24AD0}"/>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C5058CF3-A47C-4F43-9106-92D17D60E903}"/>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073DCC72-FD85-164A-8125-36DAF272F969}"/>
              </a:ext>
            </a:extLst>
          </p:cNvPr>
          <p:cNvSpPr>
            <a:spLocks noGrp="1"/>
          </p:cNvSpPr>
          <p:nvPr>
            <p:ph type="dt" sz="half" idx="10"/>
          </p:nvPr>
        </p:nvSpPr>
        <p:spPr/>
        <p:txBody>
          <a:bodyPr/>
          <a:lstStyle/>
          <a:p>
            <a:fld id="{B2019F61-0579-0841-955B-CEF7F11C563F}" type="datetimeFigureOut">
              <a:rPr lang="en-US" smtClean="0"/>
              <a:t>9/30/2026</a:t>
            </a:fld>
            <a:endParaRPr lang="en-US"/>
          </a:p>
        </p:txBody>
      </p:sp>
      <p:sp>
        <p:nvSpPr>
          <p:cNvPr id="6" name="Footer Placeholder 5">
            <a:extLst>
              <a:ext uri="{FF2B5EF4-FFF2-40B4-BE49-F238E27FC236}">
                <a16:creationId xmlns:a16="http://schemas.microsoft.com/office/drawing/2014/main" id="{F23ED2F5-99B7-F540-8752-CF6E0D84752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9AF5DCA-BE5D-484C-9813-27F88E5EE656}"/>
              </a:ext>
            </a:extLst>
          </p:cNvPr>
          <p:cNvSpPr>
            <a:spLocks noGrp="1"/>
          </p:cNvSpPr>
          <p:nvPr>
            <p:ph type="sldNum" sz="quarter" idx="12"/>
          </p:nvPr>
        </p:nvSpPr>
        <p:spPr/>
        <p:txBody>
          <a:bodyPr/>
          <a:lstStyle/>
          <a:p>
            <a:fld id="{E7FF7BA1-80BA-C942-93BD-C5F8F69CF7F6}" type="slidenum">
              <a:rPr lang="en-US" smtClean="0"/>
              <a:t>‹#›</a:t>
            </a:fld>
            <a:endParaRPr lang="en-US"/>
          </a:p>
        </p:txBody>
      </p:sp>
    </p:spTree>
    <p:extLst>
      <p:ext uri="{BB962C8B-B14F-4D97-AF65-F5344CB8AC3E}">
        <p14:creationId xmlns:p14="http://schemas.microsoft.com/office/powerpoint/2010/main" val="22866322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F8DB6-9839-054C-A74B-4BB5C9C0CCAF}"/>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B58BB49-C93F-3642-9983-38B95267BAC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9753D4FB-C701-C847-BD3A-C90BC469CF5A}"/>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3EE84375-FDD3-3E4F-A755-F558DECCC3A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361FB560-64F6-734F-8CAC-B764910EA588}"/>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15328CF1-ECED-BF4D-830A-04CCC97DCEE6}"/>
              </a:ext>
            </a:extLst>
          </p:cNvPr>
          <p:cNvSpPr>
            <a:spLocks noGrp="1"/>
          </p:cNvSpPr>
          <p:nvPr>
            <p:ph type="dt" sz="half" idx="10"/>
          </p:nvPr>
        </p:nvSpPr>
        <p:spPr/>
        <p:txBody>
          <a:bodyPr/>
          <a:lstStyle/>
          <a:p>
            <a:fld id="{B2019F61-0579-0841-955B-CEF7F11C563F}" type="datetimeFigureOut">
              <a:rPr lang="en-US" smtClean="0"/>
              <a:t>9/30/2026</a:t>
            </a:fld>
            <a:endParaRPr lang="en-US"/>
          </a:p>
        </p:txBody>
      </p:sp>
      <p:sp>
        <p:nvSpPr>
          <p:cNvPr id="8" name="Footer Placeholder 7">
            <a:extLst>
              <a:ext uri="{FF2B5EF4-FFF2-40B4-BE49-F238E27FC236}">
                <a16:creationId xmlns:a16="http://schemas.microsoft.com/office/drawing/2014/main" id="{9F7B405C-1E1B-DF45-B2A7-AC580DD33A9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93EC3D8-1E3B-354C-87BF-6FF6407CDA60}"/>
              </a:ext>
            </a:extLst>
          </p:cNvPr>
          <p:cNvSpPr>
            <a:spLocks noGrp="1"/>
          </p:cNvSpPr>
          <p:nvPr>
            <p:ph type="sldNum" sz="quarter" idx="12"/>
          </p:nvPr>
        </p:nvSpPr>
        <p:spPr/>
        <p:txBody>
          <a:bodyPr/>
          <a:lstStyle/>
          <a:p>
            <a:fld id="{E7FF7BA1-80BA-C942-93BD-C5F8F69CF7F6}" type="slidenum">
              <a:rPr lang="en-US" smtClean="0"/>
              <a:t>‹#›</a:t>
            </a:fld>
            <a:endParaRPr lang="en-US"/>
          </a:p>
        </p:txBody>
      </p:sp>
    </p:spTree>
    <p:extLst>
      <p:ext uri="{BB962C8B-B14F-4D97-AF65-F5344CB8AC3E}">
        <p14:creationId xmlns:p14="http://schemas.microsoft.com/office/powerpoint/2010/main" val="14220617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38884C-5D2B-2844-984D-AF0BF7F4DC04}"/>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6808DC61-3DE3-6045-B886-C9B15235EE14}"/>
              </a:ext>
            </a:extLst>
          </p:cNvPr>
          <p:cNvSpPr>
            <a:spLocks noGrp="1"/>
          </p:cNvSpPr>
          <p:nvPr>
            <p:ph type="dt" sz="half" idx="10"/>
          </p:nvPr>
        </p:nvSpPr>
        <p:spPr/>
        <p:txBody>
          <a:bodyPr/>
          <a:lstStyle/>
          <a:p>
            <a:fld id="{B2019F61-0579-0841-955B-CEF7F11C563F}" type="datetimeFigureOut">
              <a:rPr lang="en-US" smtClean="0"/>
              <a:t>9/30/2026</a:t>
            </a:fld>
            <a:endParaRPr lang="en-US"/>
          </a:p>
        </p:txBody>
      </p:sp>
      <p:sp>
        <p:nvSpPr>
          <p:cNvPr id="4" name="Footer Placeholder 3">
            <a:extLst>
              <a:ext uri="{FF2B5EF4-FFF2-40B4-BE49-F238E27FC236}">
                <a16:creationId xmlns:a16="http://schemas.microsoft.com/office/drawing/2014/main" id="{352065E3-EB7C-0046-9CDE-50B2B4CC6D6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AC49048-EA60-AB4F-B29A-CC9AEF0F574F}"/>
              </a:ext>
            </a:extLst>
          </p:cNvPr>
          <p:cNvSpPr>
            <a:spLocks noGrp="1"/>
          </p:cNvSpPr>
          <p:nvPr>
            <p:ph type="sldNum" sz="quarter" idx="12"/>
          </p:nvPr>
        </p:nvSpPr>
        <p:spPr/>
        <p:txBody>
          <a:bodyPr/>
          <a:lstStyle/>
          <a:p>
            <a:fld id="{E7FF7BA1-80BA-C942-93BD-C5F8F69CF7F6}" type="slidenum">
              <a:rPr lang="en-US" smtClean="0"/>
              <a:t>‹#›</a:t>
            </a:fld>
            <a:endParaRPr lang="en-US"/>
          </a:p>
        </p:txBody>
      </p:sp>
    </p:spTree>
    <p:extLst>
      <p:ext uri="{BB962C8B-B14F-4D97-AF65-F5344CB8AC3E}">
        <p14:creationId xmlns:p14="http://schemas.microsoft.com/office/powerpoint/2010/main" val="23685552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44D4DA5-5885-A049-AA5D-1E3C61D55CB1}"/>
              </a:ext>
            </a:extLst>
          </p:cNvPr>
          <p:cNvSpPr>
            <a:spLocks noGrp="1"/>
          </p:cNvSpPr>
          <p:nvPr>
            <p:ph type="dt" sz="half" idx="10"/>
          </p:nvPr>
        </p:nvSpPr>
        <p:spPr/>
        <p:txBody>
          <a:bodyPr/>
          <a:lstStyle/>
          <a:p>
            <a:fld id="{B2019F61-0579-0841-955B-CEF7F11C563F}" type="datetimeFigureOut">
              <a:rPr lang="en-US" smtClean="0"/>
              <a:t>9/30/2026</a:t>
            </a:fld>
            <a:endParaRPr lang="en-US"/>
          </a:p>
        </p:txBody>
      </p:sp>
      <p:sp>
        <p:nvSpPr>
          <p:cNvPr id="3" name="Footer Placeholder 2">
            <a:extLst>
              <a:ext uri="{FF2B5EF4-FFF2-40B4-BE49-F238E27FC236}">
                <a16:creationId xmlns:a16="http://schemas.microsoft.com/office/drawing/2014/main" id="{0B3614B7-F336-3842-88A6-B87DA94986E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F9B9487-0D1E-E842-BA9B-A82498830165}"/>
              </a:ext>
            </a:extLst>
          </p:cNvPr>
          <p:cNvSpPr>
            <a:spLocks noGrp="1"/>
          </p:cNvSpPr>
          <p:nvPr>
            <p:ph type="sldNum" sz="quarter" idx="12"/>
          </p:nvPr>
        </p:nvSpPr>
        <p:spPr/>
        <p:txBody>
          <a:bodyPr/>
          <a:lstStyle/>
          <a:p>
            <a:fld id="{E7FF7BA1-80BA-C942-93BD-C5F8F69CF7F6}" type="slidenum">
              <a:rPr lang="en-US" smtClean="0"/>
              <a:t>‹#›</a:t>
            </a:fld>
            <a:endParaRPr lang="en-US"/>
          </a:p>
        </p:txBody>
      </p:sp>
    </p:spTree>
    <p:extLst>
      <p:ext uri="{BB962C8B-B14F-4D97-AF65-F5344CB8AC3E}">
        <p14:creationId xmlns:p14="http://schemas.microsoft.com/office/powerpoint/2010/main" val="2000953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E50B10-1F8C-A649-A382-1326B6E5D144}"/>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59354794-82F4-604C-99E3-2F6C3F553F1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C1C3B3A6-BC8F-AC4C-9AB9-68266153ED0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463925EB-4831-6D4C-97E9-5E8651B44579}"/>
              </a:ext>
            </a:extLst>
          </p:cNvPr>
          <p:cNvSpPr>
            <a:spLocks noGrp="1"/>
          </p:cNvSpPr>
          <p:nvPr>
            <p:ph type="dt" sz="half" idx="10"/>
          </p:nvPr>
        </p:nvSpPr>
        <p:spPr/>
        <p:txBody>
          <a:bodyPr/>
          <a:lstStyle/>
          <a:p>
            <a:fld id="{B2019F61-0579-0841-955B-CEF7F11C563F}" type="datetimeFigureOut">
              <a:rPr lang="en-US" smtClean="0"/>
              <a:t>9/30/2026</a:t>
            </a:fld>
            <a:endParaRPr lang="en-US"/>
          </a:p>
        </p:txBody>
      </p:sp>
      <p:sp>
        <p:nvSpPr>
          <p:cNvPr id="6" name="Footer Placeholder 5">
            <a:extLst>
              <a:ext uri="{FF2B5EF4-FFF2-40B4-BE49-F238E27FC236}">
                <a16:creationId xmlns:a16="http://schemas.microsoft.com/office/drawing/2014/main" id="{E2BC716D-026F-414E-9815-A35F95EFE56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DA6701E-8682-E648-8E60-3E4944169CE6}"/>
              </a:ext>
            </a:extLst>
          </p:cNvPr>
          <p:cNvSpPr>
            <a:spLocks noGrp="1"/>
          </p:cNvSpPr>
          <p:nvPr>
            <p:ph type="sldNum" sz="quarter" idx="12"/>
          </p:nvPr>
        </p:nvSpPr>
        <p:spPr/>
        <p:txBody>
          <a:bodyPr/>
          <a:lstStyle/>
          <a:p>
            <a:fld id="{E7FF7BA1-80BA-C942-93BD-C5F8F69CF7F6}" type="slidenum">
              <a:rPr lang="en-US" smtClean="0"/>
              <a:t>‹#›</a:t>
            </a:fld>
            <a:endParaRPr lang="en-US"/>
          </a:p>
        </p:txBody>
      </p:sp>
    </p:spTree>
    <p:extLst>
      <p:ext uri="{BB962C8B-B14F-4D97-AF65-F5344CB8AC3E}">
        <p14:creationId xmlns:p14="http://schemas.microsoft.com/office/powerpoint/2010/main" val="38501005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6B17CB-17EC-1C44-9A45-5D2ED73892FC}"/>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4453D57D-AF43-F349-ABCA-7A5D72068DA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5290519-1C10-1B4D-9B2B-7A22E87566E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4679E8C8-D1E6-624C-A21D-BDE764D2F107}"/>
              </a:ext>
            </a:extLst>
          </p:cNvPr>
          <p:cNvSpPr>
            <a:spLocks noGrp="1"/>
          </p:cNvSpPr>
          <p:nvPr>
            <p:ph type="dt" sz="half" idx="10"/>
          </p:nvPr>
        </p:nvSpPr>
        <p:spPr/>
        <p:txBody>
          <a:bodyPr/>
          <a:lstStyle/>
          <a:p>
            <a:fld id="{B2019F61-0579-0841-955B-CEF7F11C563F}" type="datetimeFigureOut">
              <a:rPr lang="en-US" smtClean="0"/>
              <a:t>9/30/2026</a:t>
            </a:fld>
            <a:endParaRPr lang="en-US"/>
          </a:p>
        </p:txBody>
      </p:sp>
      <p:sp>
        <p:nvSpPr>
          <p:cNvPr id="6" name="Footer Placeholder 5">
            <a:extLst>
              <a:ext uri="{FF2B5EF4-FFF2-40B4-BE49-F238E27FC236}">
                <a16:creationId xmlns:a16="http://schemas.microsoft.com/office/drawing/2014/main" id="{F3DA49BD-0AD1-524B-9970-F84FD36FB03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5A6B52-6947-784A-B261-CF62F45E321F}"/>
              </a:ext>
            </a:extLst>
          </p:cNvPr>
          <p:cNvSpPr>
            <a:spLocks noGrp="1"/>
          </p:cNvSpPr>
          <p:nvPr>
            <p:ph type="sldNum" sz="quarter" idx="12"/>
          </p:nvPr>
        </p:nvSpPr>
        <p:spPr/>
        <p:txBody>
          <a:bodyPr/>
          <a:lstStyle/>
          <a:p>
            <a:fld id="{E7FF7BA1-80BA-C942-93BD-C5F8F69CF7F6}" type="slidenum">
              <a:rPr lang="en-US" smtClean="0"/>
              <a:t>‹#›</a:t>
            </a:fld>
            <a:endParaRPr lang="en-US"/>
          </a:p>
        </p:txBody>
      </p:sp>
    </p:spTree>
    <p:extLst>
      <p:ext uri="{BB962C8B-B14F-4D97-AF65-F5344CB8AC3E}">
        <p14:creationId xmlns:p14="http://schemas.microsoft.com/office/powerpoint/2010/main" val="16093144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6DF012-BDB1-3448-B8A3-ECA2084C6F13}"/>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B4399847-8982-1E4D-803B-AF13EA41C68A}"/>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A456495-6A8E-DD4A-8930-D74A09424042}"/>
              </a:ext>
            </a:extLst>
          </p:cNvPr>
          <p:cNvSpPr>
            <a:spLocks noGrp="1"/>
          </p:cNvSpPr>
          <p:nvPr>
            <p:ph type="dt" sz="half" idx="10"/>
          </p:nvPr>
        </p:nvSpPr>
        <p:spPr/>
        <p:txBody>
          <a:bodyPr/>
          <a:lstStyle/>
          <a:p>
            <a:fld id="{B2019F61-0579-0841-955B-CEF7F11C563F}" type="datetimeFigureOut">
              <a:rPr lang="en-US" smtClean="0"/>
              <a:t>9/30/2026</a:t>
            </a:fld>
            <a:endParaRPr lang="en-US"/>
          </a:p>
        </p:txBody>
      </p:sp>
      <p:sp>
        <p:nvSpPr>
          <p:cNvPr id="5" name="Footer Placeholder 4">
            <a:extLst>
              <a:ext uri="{FF2B5EF4-FFF2-40B4-BE49-F238E27FC236}">
                <a16:creationId xmlns:a16="http://schemas.microsoft.com/office/drawing/2014/main" id="{7412BB4A-E464-924E-90DE-0104766DB2F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550B772-7468-0248-877B-7790C6D27C61}"/>
              </a:ext>
            </a:extLst>
          </p:cNvPr>
          <p:cNvSpPr>
            <a:spLocks noGrp="1"/>
          </p:cNvSpPr>
          <p:nvPr>
            <p:ph type="sldNum" sz="quarter" idx="12"/>
          </p:nvPr>
        </p:nvSpPr>
        <p:spPr/>
        <p:txBody>
          <a:bodyPr/>
          <a:lstStyle/>
          <a:p>
            <a:fld id="{E7FF7BA1-80BA-C942-93BD-C5F8F69CF7F6}" type="slidenum">
              <a:rPr lang="en-US" smtClean="0"/>
              <a:t>‹#›</a:t>
            </a:fld>
            <a:endParaRPr lang="en-US"/>
          </a:p>
        </p:txBody>
      </p:sp>
    </p:spTree>
    <p:extLst>
      <p:ext uri="{BB962C8B-B14F-4D97-AF65-F5344CB8AC3E}">
        <p14:creationId xmlns:p14="http://schemas.microsoft.com/office/powerpoint/2010/main" val="13500618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A9C22AA-A043-2542-9226-EFEDF7AA990D}"/>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8CBC465E-4FA0-DE42-859C-FB8E9C079DB7}"/>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0313F96B-58B3-6049-AF77-610A6F8F1E10}"/>
              </a:ext>
            </a:extLst>
          </p:cNvPr>
          <p:cNvSpPr>
            <a:spLocks noGrp="1"/>
          </p:cNvSpPr>
          <p:nvPr>
            <p:ph type="dt" sz="half" idx="10"/>
          </p:nvPr>
        </p:nvSpPr>
        <p:spPr/>
        <p:txBody>
          <a:bodyPr/>
          <a:lstStyle/>
          <a:p>
            <a:fld id="{B2019F61-0579-0841-955B-CEF7F11C563F}" type="datetimeFigureOut">
              <a:rPr lang="en-US" smtClean="0"/>
              <a:t>9/30/2026</a:t>
            </a:fld>
            <a:endParaRPr lang="en-US"/>
          </a:p>
        </p:txBody>
      </p:sp>
      <p:sp>
        <p:nvSpPr>
          <p:cNvPr id="5" name="Footer Placeholder 4">
            <a:extLst>
              <a:ext uri="{FF2B5EF4-FFF2-40B4-BE49-F238E27FC236}">
                <a16:creationId xmlns:a16="http://schemas.microsoft.com/office/drawing/2014/main" id="{C48A0E33-65C2-EA47-9ADA-FA87F0B2348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900192D-8151-BF43-9214-42452DC6F4D4}"/>
              </a:ext>
            </a:extLst>
          </p:cNvPr>
          <p:cNvSpPr>
            <a:spLocks noGrp="1"/>
          </p:cNvSpPr>
          <p:nvPr>
            <p:ph type="sldNum" sz="quarter" idx="12"/>
          </p:nvPr>
        </p:nvSpPr>
        <p:spPr/>
        <p:txBody>
          <a:bodyPr/>
          <a:lstStyle/>
          <a:p>
            <a:fld id="{E7FF7BA1-80BA-C942-93BD-C5F8F69CF7F6}" type="slidenum">
              <a:rPr lang="en-US" smtClean="0"/>
              <a:t>‹#›</a:t>
            </a:fld>
            <a:endParaRPr lang="en-US"/>
          </a:p>
        </p:txBody>
      </p:sp>
    </p:spTree>
    <p:extLst>
      <p:ext uri="{BB962C8B-B14F-4D97-AF65-F5344CB8AC3E}">
        <p14:creationId xmlns:p14="http://schemas.microsoft.com/office/powerpoint/2010/main" val="389883647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06400" y="381000"/>
            <a:ext cx="11203517" cy="609600"/>
          </a:xfrm>
        </p:spPr>
        <p:txBody>
          <a:bodyPr/>
          <a:lstStyle/>
          <a:p>
            <a:r>
              <a:rPr lang="en-US"/>
              <a:t>Click to edit Master title style</a:t>
            </a:r>
          </a:p>
        </p:txBody>
      </p:sp>
      <p:sp>
        <p:nvSpPr>
          <p:cNvPr id="3" name="Text Placeholder 2"/>
          <p:cNvSpPr>
            <a:spLocks noGrp="1"/>
          </p:cNvSpPr>
          <p:nvPr>
            <p:ph type="body" sz="half" idx="1"/>
          </p:nvPr>
        </p:nvSpPr>
        <p:spPr>
          <a:xfrm>
            <a:off x="406400" y="1371600"/>
            <a:ext cx="5537200" cy="5105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46800" y="1371600"/>
            <a:ext cx="5537200" cy="5105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2061">
            <a:extLst>
              <a:ext uri="{FF2B5EF4-FFF2-40B4-BE49-F238E27FC236}">
                <a16:creationId xmlns:a16="http://schemas.microsoft.com/office/drawing/2014/main" id="{BEA4C44A-0E5C-84AA-6BB1-FCD6F5AB6301}"/>
              </a:ext>
            </a:extLst>
          </p:cNvPr>
          <p:cNvSpPr>
            <a:spLocks noGrp="1" noChangeArrowheads="1"/>
          </p:cNvSpPr>
          <p:nvPr>
            <p:ph type="sldNum" sz="quarter" idx="10"/>
          </p:nvPr>
        </p:nvSpPr>
        <p:spPr>
          <a:ln/>
        </p:spPr>
        <p:txBody>
          <a:bodyPr/>
          <a:lstStyle>
            <a:lvl1pPr>
              <a:defRPr/>
            </a:lvl1pPr>
          </a:lstStyle>
          <a:p>
            <a:pPr>
              <a:defRPr/>
            </a:pPr>
            <a:fld id="{90303C76-5C07-405D-B693-0DF1F92ABA85}" type="slidenum">
              <a:rPr lang="en-US" altLang="en-US"/>
              <a:pPr>
                <a:defRPr/>
              </a:pPr>
              <a:t>‹#›</a:t>
            </a:fld>
            <a:endParaRPr lang="en-US" altLang="en-US"/>
          </a:p>
        </p:txBody>
      </p:sp>
    </p:spTree>
    <p:extLst>
      <p:ext uri="{BB962C8B-B14F-4D97-AF65-F5344CB8AC3E}">
        <p14:creationId xmlns:p14="http://schemas.microsoft.com/office/powerpoint/2010/main" val="3392005993"/>
      </p:ext>
    </p:extLst>
  </p:cSld>
  <p:clrMapOvr>
    <a:masterClrMapping/>
  </p:clrMapOvr>
  <p:transition>
    <p:zo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1F6EC56-00FE-244D-BC3E-E36099B5DC3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E4CE11CC-F140-7741-A6E5-1374DDB9961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2721147-4FA2-EF48-804D-B8B3D27F333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2019F61-0579-0841-955B-CEF7F11C563F}" type="datetimeFigureOut">
              <a:rPr lang="en-US" smtClean="0"/>
              <a:t>9/30/2026</a:t>
            </a:fld>
            <a:endParaRPr lang="en-US"/>
          </a:p>
        </p:txBody>
      </p:sp>
      <p:sp>
        <p:nvSpPr>
          <p:cNvPr id="5" name="Footer Placeholder 4">
            <a:extLst>
              <a:ext uri="{FF2B5EF4-FFF2-40B4-BE49-F238E27FC236}">
                <a16:creationId xmlns:a16="http://schemas.microsoft.com/office/drawing/2014/main" id="{47B42CBF-EA95-D342-B7BB-3631AF9FB10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4DFDA89-4B2B-E749-80C0-0D377A237A3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7FF7BA1-80BA-C942-93BD-C5F8F69CF7F6}" type="slidenum">
              <a:rPr lang="en-US" smtClean="0"/>
              <a:t>‹#›</a:t>
            </a:fld>
            <a:endParaRPr lang="en-US"/>
          </a:p>
        </p:txBody>
      </p:sp>
    </p:spTree>
    <p:extLst>
      <p:ext uri="{BB962C8B-B14F-4D97-AF65-F5344CB8AC3E}">
        <p14:creationId xmlns:p14="http://schemas.microsoft.com/office/powerpoint/2010/main" val="19127085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www.google.com/search?sca_esv=e2652fd8ccfa33d1&amp;rlz=1C1CHZN_enIN1020IN1020&amp;sxsrf=AE3TifNghzX7DAHC5Xvv_dOXchPt_kl3bg%3A1758634408845&amp;q=Area+Under+the+Curve+%28AUC%29&amp;sa=X&amp;ved=2ahUKEwjonerZ_-6PAxX2wjgGHcNeJhoQxccNegUI4AIQAQ&amp;mstk=AUtExfDRlUKU6A1ihPWGShzKhoWiJqW_jC39WBV0s55WqDbV7KvjnyXnXAEYlk5k1C0PdhQMASb_ynQDsmDp1PmgpemoSezXr3FHAnuA4m9uJAhZ9k8ONtMriAC7CpMpn5MHt6v9uDvDbBHmynVTxZv1XD1k1_NMsc12C3qQb8nCfGiKHQjOTeAFY5vwiD9Qde21cZsR0_HlIXnlwPAAYUwG3zM58O6AbLxRK2crbs0kVpevARRWa6Yqy2UVkfao04PmELAfpXLhx-8LvrYpm8tB21Xu&amp;csui=3" TargetMode="External"/><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8.jp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9.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1DE55A-070B-B640-81D1-857C7BAF260C}"/>
              </a:ext>
            </a:extLst>
          </p:cNvPr>
          <p:cNvSpPr>
            <a:spLocks noGrp="1"/>
          </p:cNvSpPr>
          <p:nvPr>
            <p:ph type="ctrTitle"/>
          </p:nvPr>
        </p:nvSpPr>
        <p:spPr/>
        <p:txBody>
          <a:bodyPr/>
          <a:lstStyle/>
          <a:p>
            <a:r>
              <a:rPr lang="en-US" b="1" dirty="0"/>
              <a:t>DS-UNIT-IV</a:t>
            </a:r>
          </a:p>
        </p:txBody>
      </p:sp>
      <p:sp>
        <p:nvSpPr>
          <p:cNvPr id="3" name="Subtitle 2">
            <a:extLst>
              <a:ext uri="{FF2B5EF4-FFF2-40B4-BE49-F238E27FC236}">
                <a16:creationId xmlns:a16="http://schemas.microsoft.com/office/drawing/2014/main" id="{7CE8477C-FE1C-5B4B-A73F-F81A9349F2E6}"/>
              </a:ext>
            </a:extLst>
          </p:cNvPr>
          <p:cNvSpPr>
            <a:spLocks noGrp="1"/>
          </p:cNvSpPr>
          <p:nvPr>
            <p:ph type="subTitle" idx="1"/>
          </p:nvPr>
        </p:nvSpPr>
        <p:spPr/>
        <p:txBody>
          <a:bodyPr>
            <a:normAutofit/>
          </a:bodyPr>
          <a:lstStyle/>
          <a:p>
            <a:r>
              <a:rPr lang="en-US" b="1" dirty="0">
                <a:solidFill>
                  <a:srgbClr val="000000"/>
                </a:solidFill>
                <a:effectLst/>
                <a:latin typeface="Verdana" panose="020B0604030504040204" pitchFamily="34" charset="0"/>
                <a:ea typeface="Segoe UI" panose="020B0502040204020203" pitchFamily="34" charset="0"/>
                <a:cs typeface="Tahoma" panose="020B0604030504040204" pitchFamily="34" charset="0"/>
              </a:rPr>
              <a:t>Model Evaluation and Selection, </a:t>
            </a:r>
          </a:p>
          <a:p>
            <a:r>
              <a:rPr lang="en-US" b="1" dirty="0">
                <a:solidFill>
                  <a:srgbClr val="000000"/>
                </a:solidFill>
                <a:effectLst/>
                <a:latin typeface="Verdana" panose="020B0604030504040204" pitchFamily="34" charset="0"/>
                <a:ea typeface="Segoe UI" panose="020B0502040204020203" pitchFamily="34" charset="0"/>
                <a:cs typeface="Tahoma" panose="020B0604030504040204" pitchFamily="34" charset="0"/>
              </a:rPr>
              <a:t>Techniques to Improve Classification Accuracy</a:t>
            </a:r>
            <a:r>
              <a:rPr lang="en-US" b="1" dirty="0">
                <a:solidFill>
                  <a:srgbClr val="000000"/>
                </a:solidFill>
                <a:effectLst/>
                <a:latin typeface="Verdana" panose="020B0604030504040204" pitchFamily="34" charset="0"/>
                <a:ea typeface="Segoe UI" panose="020B0502040204020203" pitchFamily="34" charset="0"/>
                <a:cs typeface="Times New Roman" panose="02020603050405020304" pitchFamily="18" charset="0"/>
              </a:rPr>
              <a:t>.</a:t>
            </a:r>
            <a:endParaRPr lang="en-IN" b="1" dirty="0">
              <a:solidFill>
                <a:srgbClr val="000000"/>
              </a:solidFill>
              <a:effectLst/>
              <a:latin typeface="Calibri" panose="020F0502020204030204" pitchFamily="34" charset="0"/>
              <a:ea typeface="Segoe UI" panose="020B0502040204020203" pitchFamily="34" charset="0"/>
              <a:cs typeface="Tahoma" panose="020B0604030504040204" pitchFamily="34" charset="0"/>
            </a:endParaRPr>
          </a:p>
        </p:txBody>
      </p:sp>
    </p:spTree>
    <p:extLst>
      <p:ext uri="{BB962C8B-B14F-4D97-AF65-F5344CB8AC3E}">
        <p14:creationId xmlns:p14="http://schemas.microsoft.com/office/powerpoint/2010/main" val="33013119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00286-121B-3763-D958-1C78297442B5}"/>
              </a:ext>
            </a:extLst>
          </p:cNvPr>
          <p:cNvSpPr>
            <a:spLocks noGrp="1"/>
          </p:cNvSpPr>
          <p:nvPr>
            <p:ph type="title"/>
          </p:nvPr>
        </p:nvSpPr>
        <p:spPr>
          <a:xfrm>
            <a:off x="0" y="36513"/>
            <a:ext cx="10515600" cy="935038"/>
          </a:xfrm>
        </p:spPr>
        <p:txBody>
          <a:bodyPr/>
          <a:lstStyle/>
          <a:p>
            <a:r>
              <a:rPr lang="en-GB" b="1" dirty="0"/>
              <a:t>Regression performance metrics</a:t>
            </a:r>
            <a:endParaRPr lang="en-IN" b="1" dirty="0"/>
          </a:p>
        </p:txBody>
      </p:sp>
      <p:pic>
        <p:nvPicPr>
          <p:cNvPr id="5" name="Picture 4">
            <a:extLst>
              <a:ext uri="{FF2B5EF4-FFF2-40B4-BE49-F238E27FC236}">
                <a16:creationId xmlns:a16="http://schemas.microsoft.com/office/drawing/2014/main" id="{319A4071-E772-6506-F020-4E41D0B70DDA}"/>
              </a:ext>
            </a:extLst>
          </p:cNvPr>
          <p:cNvPicPr>
            <a:picLocks noChangeAspect="1"/>
          </p:cNvPicPr>
          <p:nvPr/>
        </p:nvPicPr>
        <p:blipFill>
          <a:blip r:embed="rId2"/>
          <a:stretch>
            <a:fillRect/>
          </a:stretch>
        </p:blipFill>
        <p:spPr>
          <a:xfrm>
            <a:off x="1478756" y="871537"/>
            <a:ext cx="9894094" cy="4157663"/>
          </a:xfrm>
          <a:prstGeom prst="rect">
            <a:avLst/>
          </a:prstGeom>
        </p:spPr>
      </p:pic>
      <p:pic>
        <p:nvPicPr>
          <p:cNvPr id="7" name="Picture 6">
            <a:extLst>
              <a:ext uri="{FF2B5EF4-FFF2-40B4-BE49-F238E27FC236}">
                <a16:creationId xmlns:a16="http://schemas.microsoft.com/office/drawing/2014/main" id="{80C4E4FA-0A55-6C34-19FD-71D484946223}"/>
              </a:ext>
            </a:extLst>
          </p:cNvPr>
          <p:cNvPicPr>
            <a:picLocks noChangeAspect="1"/>
          </p:cNvPicPr>
          <p:nvPr/>
        </p:nvPicPr>
        <p:blipFill>
          <a:blip r:embed="rId3"/>
          <a:stretch>
            <a:fillRect/>
          </a:stretch>
        </p:blipFill>
        <p:spPr>
          <a:xfrm>
            <a:off x="1576387" y="4914900"/>
            <a:ext cx="9796463" cy="1943100"/>
          </a:xfrm>
          <a:prstGeom prst="rect">
            <a:avLst/>
          </a:prstGeom>
        </p:spPr>
      </p:pic>
    </p:spTree>
    <p:extLst>
      <p:ext uri="{BB962C8B-B14F-4D97-AF65-F5344CB8AC3E}">
        <p14:creationId xmlns:p14="http://schemas.microsoft.com/office/powerpoint/2010/main" val="36597146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2735680-7FD0-7BD7-F787-15254E1AFE5B}"/>
              </a:ext>
            </a:extLst>
          </p:cNvPr>
          <p:cNvPicPr>
            <a:picLocks noGrp="1" noChangeAspect="1"/>
          </p:cNvPicPr>
          <p:nvPr>
            <p:ph idx="1"/>
          </p:nvPr>
        </p:nvPicPr>
        <p:blipFill>
          <a:blip r:embed="rId2"/>
          <a:stretch>
            <a:fillRect/>
          </a:stretch>
        </p:blipFill>
        <p:spPr>
          <a:xfrm>
            <a:off x="1300163" y="411162"/>
            <a:ext cx="10229850" cy="5703887"/>
          </a:xfrm>
        </p:spPr>
      </p:pic>
    </p:spTree>
    <p:extLst>
      <p:ext uri="{BB962C8B-B14F-4D97-AF65-F5344CB8AC3E}">
        <p14:creationId xmlns:p14="http://schemas.microsoft.com/office/powerpoint/2010/main" val="23445755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80D4267-0F9E-B3DF-D988-AE5CC9C8A977}"/>
              </a:ext>
            </a:extLst>
          </p:cNvPr>
          <p:cNvPicPr>
            <a:picLocks noChangeAspect="1"/>
          </p:cNvPicPr>
          <p:nvPr/>
        </p:nvPicPr>
        <p:blipFill>
          <a:blip r:embed="rId2"/>
          <a:stretch>
            <a:fillRect/>
          </a:stretch>
        </p:blipFill>
        <p:spPr>
          <a:xfrm>
            <a:off x="2224087" y="1414462"/>
            <a:ext cx="8734426" cy="3400426"/>
          </a:xfrm>
          <a:prstGeom prst="rect">
            <a:avLst/>
          </a:prstGeom>
        </p:spPr>
      </p:pic>
    </p:spTree>
    <p:extLst>
      <p:ext uri="{BB962C8B-B14F-4D97-AF65-F5344CB8AC3E}">
        <p14:creationId xmlns:p14="http://schemas.microsoft.com/office/powerpoint/2010/main" val="40996015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524C800-25E8-C354-451D-3F7D8508677B}"/>
              </a:ext>
            </a:extLst>
          </p:cNvPr>
          <p:cNvPicPr>
            <a:picLocks noChangeAspect="1"/>
          </p:cNvPicPr>
          <p:nvPr/>
        </p:nvPicPr>
        <p:blipFill>
          <a:blip r:embed="rId2"/>
          <a:stretch>
            <a:fillRect/>
          </a:stretch>
        </p:blipFill>
        <p:spPr>
          <a:xfrm>
            <a:off x="1343025" y="542925"/>
            <a:ext cx="9558338" cy="5829300"/>
          </a:xfrm>
          <a:prstGeom prst="rect">
            <a:avLst/>
          </a:prstGeom>
        </p:spPr>
      </p:pic>
    </p:spTree>
    <p:extLst>
      <p:ext uri="{BB962C8B-B14F-4D97-AF65-F5344CB8AC3E}">
        <p14:creationId xmlns:p14="http://schemas.microsoft.com/office/powerpoint/2010/main" val="25245717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95588AD8-794B-A20F-1F6C-47202312478F}"/>
              </a:ext>
            </a:extLst>
          </p:cNvPr>
          <p:cNvSpPr>
            <a:spLocks noGrp="1" noChangeArrowheads="1"/>
          </p:cNvSpPr>
          <p:nvPr>
            <p:ph type="title"/>
          </p:nvPr>
        </p:nvSpPr>
        <p:spPr>
          <a:xfrm>
            <a:off x="2917371" y="2356158"/>
            <a:ext cx="7130143" cy="1325563"/>
          </a:xfrm>
        </p:spPr>
        <p:txBody>
          <a:bodyPr>
            <a:normAutofit/>
          </a:bodyPr>
          <a:lstStyle/>
          <a:p>
            <a:pPr fontAlgn="base"/>
            <a:r>
              <a:rPr lang="en-IN" sz="3600" b="1" dirty="0"/>
              <a:t>Classification</a:t>
            </a:r>
            <a:r>
              <a:rPr lang="en-IN" sz="3200" b="1" dirty="0"/>
              <a:t> Model Evaluation Metrics</a:t>
            </a:r>
            <a:endParaRPr lang="en-GB" sz="3200" b="1" dirty="0"/>
          </a:p>
        </p:txBody>
      </p:sp>
      <p:sp>
        <p:nvSpPr>
          <p:cNvPr id="41988" name="Slide Number Placeholder 7">
            <a:extLst>
              <a:ext uri="{FF2B5EF4-FFF2-40B4-BE49-F238E27FC236}">
                <a16:creationId xmlns:a16="http://schemas.microsoft.com/office/drawing/2014/main" id="{4465E88D-FCD3-D6A2-5DCC-22120CB66B21}"/>
              </a:ext>
            </a:extLst>
          </p:cNvPr>
          <p:cNvSpPr txBox="1">
            <a:spLocks noGrp="1"/>
          </p:cNvSpPr>
          <p:nvPr/>
        </p:nvSpPr>
        <p:spPr bwMode="auto">
          <a:xfrm>
            <a:off x="8763000" y="6477000"/>
            <a:ext cx="1905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folHlink"/>
              </a:buClr>
              <a:buSzPct val="60000"/>
              <a:buFont typeface="Wingdings" panose="05000000000000000000" pitchFamily="2" charset="2"/>
              <a:buChar char="n"/>
              <a:defRPr sz="2800">
                <a:solidFill>
                  <a:schemeClr val="tx1"/>
                </a:solidFill>
                <a:latin typeface="Calibri" panose="020F050202020403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alibri" panose="020F050202020403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alibri" panose="020F050202020403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alibri" panose="020F050202020403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9pPr>
          </a:lstStyle>
          <a:p>
            <a:pPr algn="r" eaLnBrk="1" hangingPunct="1">
              <a:spcBef>
                <a:spcPct val="0"/>
              </a:spcBef>
              <a:buClrTx/>
              <a:buSzTx/>
              <a:buFontTx/>
              <a:buNone/>
            </a:pPr>
            <a:fld id="{549F8DD1-C666-4BCC-B973-2A2CB5531480}" type="slidenum">
              <a:rPr lang="en-US" altLang="en-US" sz="1200" b="1"/>
              <a:pPr algn="r" eaLnBrk="1" hangingPunct="1">
                <a:spcBef>
                  <a:spcPct val="0"/>
                </a:spcBef>
                <a:buClrTx/>
                <a:buSzTx/>
                <a:buFontTx/>
                <a:buNone/>
              </a:pPr>
              <a:t>6</a:t>
            </a:fld>
            <a:endParaRPr lang="en-US" altLang="en-US" sz="1200" b="1"/>
          </a:p>
        </p:txBody>
      </p:sp>
    </p:spTree>
    <p:extLst>
      <p:ext uri="{BB962C8B-B14F-4D97-AF65-F5344CB8AC3E}">
        <p14:creationId xmlns:p14="http://schemas.microsoft.com/office/powerpoint/2010/main" val="42579687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E65A89-D7FB-4446-AF50-6C2B2C94C61A}"/>
              </a:ext>
            </a:extLst>
          </p:cNvPr>
          <p:cNvSpPr>
            <a:spLocks noGrp="1"/>
          </p:cNvSpPr>
          <p:nvPr>
            <p:ph type="title"/>
          </p:nvPr>
        </p:nvSpPr>
        <p:spPr>
          <a:xfrm>
            <a:off x="-1" y="249727"/>
            <a:ext cx="12017829" cy="821124"/>
          </a:xfrm>
        </p:spPr>
        <p:txBody>
          <a:bodyPr>
            <a:normAutofit fontScale="90000"/>
          </a:bodyPr>
          <a:lstStyle/>
          <a:p>
            <a:r>
              <a:rPr lang="en-IN" b="1" dirty="0"/>
              <a:t>Classification Model Evaluation Metrics: Confusion Matrix</a:t>
            </a:r>
            <a:br>
              <a:rPr lang="en-IN" b="1" dirty="0"/>
            </a:br>
            <a:endParaRPr lang="en-US" b="1" dirty="0"/>
          </a:p>
        </p:txBody>
      </p:sp>
      <p:pic>
        <p:nvPicPr>
          <p:cNvPr id="7" name="Picture 6">
            <a:extLst>
              <a:ext uri="{FF2B5EF4-FFF2-40B4-BE49-F238E27FC236}">
                <a16:creationId xmlns:a16="http://schemas.microsoft.com/office/drawing/2014/main" id="{BFC539C6-A2DE-CE31-4C79-27B3A9B29CD1}"/>
              </a:ext>
            </a:extLst>
          </p:cNvPr>
          <p:cNvPicPr>
            <a:picLocks noChangeAspect="1"/>
          </p:cNvPicPr>
          <p:nvPr/>
        </p:nvPicPr>
        <p:blipFill>
          <a:blip r:embed="rId2"/>
          <a:srcRect t="42803"/>
          <a:stretch>
            <a:fillRect/>
          </a:stretch>
        </p:blipFill>
        <p:spPr>
          <a:xfrm>
            <a:off x="1121228" y="2667001"/>
            <a:ext cx="10515599" cy="3744686"/>
          </a:xfrm>
          <a:prstGeom prst="rect">
            <a:avLst/>
          </a:prstGeom>
        </p:spPr>
      </p:pic>
      <p:sp>
        <p:nvSpPr>
          <p:cNvPr id="4" name="TextBox 3">
            <a:extLst>
              <a:ext uri="{FF2B5EF4-FFF2-40B4-BE49-F238E27FC236}">
                <a16:creationId xmlns:a16="http://schemas.microsoft.com/office/drawing/2014/main" id="{4C250299-C021-DFF1-492C-08FE8B097F9D}"/>
              </a:ext>
            </a:extLst>
          </p:cNvPr>
          <p:cNvSpPr txBox="1"/>
          <p:nvPr/>
        </p:nvSpPr>
        <p:spPr>
          <a:xfrm>
            <a:off x="1273629" y="924264"/>
            <a:ext cx="9949542" cy="1569660"/>
          </a:xfrm>
          <a:prstGeom prst="rect">
            <a:avLst/>
          </a:prstGeom>
          <a:noFill/>
        </p:spPr>
        <p:txBody>
          <a:bodyPr wrap="square">
            <a:spAutoFit/>
          </a:bodyPr>
          <a:lstStyle/>
          <a:p>
            <a:pPr algn="just"/>
            <a:r>
              <a:rPr lang="en-GB" sz="2400" b="1" i="0" dirty="0">
                <a:solidFill>
                  <a:srgbClr val="273239"/>
                </a:solidFill>
                <a:effectLst/>
                <a:latin typeface="Nunito" pitchFamily="2" charset="0"/>
              </a:rPr>
              <a:t>Confusion matrix</a:t>
            </a:r>
            <a:r>
              <a:rPr lang="en-GB" sz="2400" b="0" i="0" dirty="0">
                <a:solidFill>
                  <a:srgbClr val="273239"/>
                </a:solidFill>
                <a:effectLst/>
                <a:latin typeface="Nunito" pitchFamily="2" charset="0"/>
              </a:rPr>
              <a:t> is a simple table used to measure how well a classification model is performing. It compares the predictions made by the model with the actual results and shows where the model was right or wrong.</a:t>
            </a:r>
            <a:endParaRPr lang="en-IN" sz="2400" dirty="0"/>
          </a:p>
        </p:txBody>
      </p:sp>
    </p:spTree>
    <p:extLst>
      <p:ext uri="{BB962C8B-B14F-4D97-AF65-F5344CB8AC3E}">
        <p14:creationId xmlns:p14="http://schemas.microsoft.com/office/powerpoint/2010/main" val="26836286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F13D894-EE92-183B-D9EB-08A7340EFBF7}"/>
              </a:ext>
            </a:extLst>
          </p:cNvPr>
          <p:cNvPicPr>
            <a:picLocks noChangeAspect="1"/>
          </p:cNvPicPr>
          <p:nvPr/>
        </p:nvPicPr>
        <p:blipFill>
          <a:blip r:embed="rId2"/>
          <a:stretch>
            <a:fillRect/>
          </a:stretch>
        </p:blipFill>
        <p:spPr>
          <a:xfrm>
            <a:off x="1114425" y="642938"/>
            <a:ext cx="10258425" cy="5829300"/>
          </a:xfrm>
          <a:prstGeom prst="rect">
            <a:avLst/>
          </a:prstGeom>
        </p:spPr>
      </p:pic>
      <p:pic>
        <p:nvPicPr>
          <p:cNvPr id="3" name="Picture 2">
            <a:extLst>
              <a:ext uri="{FF2B5EF4-FFF2-40B4-BE49-F238E27FC236}">
                <a16:creationId xmlns:a16="http://schemas.microsoft.com/office/drawing/2014/main" id="{DCBCC1D9-F2A2-2B5E-054C-3590AD708993}"/>
              </a:ext>
            </a:extLst>
          </p:cNvPr>
          <p:cNvPicPr>
            <a:picLocks noChangeAspect="1"/>
          </p:cNvPicPr>
          <p:nvPr/>
        </p:nvPicPr>
        <p:blipFill>
          <a:blip r:embed="rId3"/>
          <a:stretch>
            <a:fillRect/>
          </a:stretch>
        </p:blipFill>
        <p:spPr>
          <a:xfrm>
            <a:off x="9172575" y="1147456"/>
            <a:ext cx="3019425" cy="2476500"/>
          </a:xfrm>
          <a:prstGeom prst="rect">
            <a:avLst/>
          </a:prstGeom>
        </p:spPr>
      </p:pic>
    </p:spTree>
    <p:extLst>
      <p:ext uri="{BB962C8B-B14F-4D97-AF65-F5344CB8AC3E}">
        <p14:creationId xmlns:p14="http://schemas.microsoft.com/office/powerpoint/2010/main" val="13080613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9CAE7AF-4052-8B43-1C63-35EFB75A5DBD}"/>
              </a:ext>
            </a:extLst>
          </p:cNvPr>
          <p:cNvPicPr>
            <a:picLocks noChangeAspect="1"/>
          </p:cNvPicPr>
          <p:nvPr/>
        </p:nvPicPr>
        <p:blipFill>
          <a:blip r:embed="rId2"/>
          <a:stretch>
            <a:fillRect/>
          </a:stretch>
        </p:blipFill>
        <p:spPr>
          <a:xfrm>
            <a:off x="1179871" y="485775"/>
            <a:ext cx="10323872" cy="6057899"/>
          </a:xfrm>
          <a:prstGeom prst="rect">
            <a:avLst/>
          </a:prstGeom>
        </p:spPr>
      </p:pic>
    </p:spTree>
    <p:extLst>
      <p:ext uri="{BB962C8B-B14F-4D97-AF65-F5344CB8AC3E}">
        <p14:creationId xmlns:p14="http://schemas.microsoft.com/office/powerpoint/2010/main" val="38715433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CFF3FCF-B0FE-D42D-C647-B4FCD7D43B08}"/>
              </a:ext>
            </a:extLst>
          </p:cNvPr>
          <p:cNvPicPr>
            <a:picLocks noChangeAspect="1"/>
          </p:cNvPicPr>
          <p:nvPr/>
        </p:nvPicPr>
        <p:blipFill>
          <a:blip r:embed="rId2"/>
          <a:stretch>
            <a:fillRect/>
          </a:stretch>
        </p:blipFill>
        <p:spPr>
          <a:xfrm>
            <a:off x="942975" y="914400"/>
            <a:ext cx="10687050" cy="4171949"/>
          </a:xfrm>
          <a:prstGeom prst="rect">
            <a:avLst/>
          </a:prstGeom>
        </p:spPr>
      </p:pic>
    </p:spTree>
    <p:extLst>
      <p:ext uri="{BB962C8B-B14F-4D97-AF65-F5344CB8AC3E}">
        <p14:creationId xmlns:p14="http://schemas.microsoft.com/office/powerpoint/2010/main" val="35028543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CFF3C87-E448-5BDD-F197-877FEEAD149A}"/>
              </a:ext>
            </a:extLst>
          </p:cNvPr>
          <p:cNvPicPr>
            <a:picLocks noChangeAspect="1"/>
          </p:cNvPicPr>
          <p:nvPr/>
        </p:nvPicPr>
        <p:blipFill>
          <a:blip r:embed="rId2"/>
          <a:srcRect b="47762"/>
          <a:stretch>
            <a:fillRect/>
          </a:stretch>
        </p:blipFill>
        <p:spPr>
          <a:xfrm>
            <a:off x="478970" y="357187"/>
            <a:ext cx="11408229" cy="5706155"/>
          </a:xfrm>
          <a:prstGeom prst="rect">
            <a:avLst/>
          </a:prstGeom>
        </p:spPr>
      </p:pic>
    </p:spTree>
    <p:extLst>
      <p:ext uri="{BB962C8B-B14F-4D97-AF65-F5344CB8AC3E}">
        <p14:creationId xmlns:p14="http://schemas.microsoft.com/office/powerpoint/2010/main" val="3561441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2895E2-7AEA-F73D-7A64-1D36C722E1B2}"/>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B009B16-A483-8FF9-5376-F0A7C71A2691}"/>
              </a:ext>
            </a:extLst>
          </p:cNvPr>
          <p:cNvPicPr>
            <a:picLocks noChangeAspect="1"/>
          </p:cNvPicPr>
          <p:nvPr/>
        </p:nvPicPr>
        <p:blipFill>
          <a:blip r:embed="rId2"/>
          <a:srcRect t="52061"/>
          <a:stretch>
            <a:fillRect/>
          </a:stretch>
        </p:blipFill>
        <p:spPr>
          <a:xfrm>
            <a:off x="217715" y="995000"/>
            <a:ext cx="11266714" cy="4604657"/>
          </a:xfrm>
          <a:prstGeom prst="rect">
            <a:avLst/>
          </a:prstGeom>
        </p:spPr>
      </p:pic>
    </p:spTree>
    <p:extLst>
      <p:ext uri="{BB962C8B-B14F-4D97-AF65-F5344CB8AC3E}">
        <p14:creationId xmlns:p14="http://schemas.microsoft.com/office/powerpoint/2010/main" val="23686964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5ECA2EF-3DDE-13C3-4B07-F7590C0D2AE2}"/>
              </a:ext>
            </a:extLst>
          </p:cNvPr>
          <p:cNvPicPr>
            <a:picLocks noChangeAspect="1"/>
          </p:cNvPicPr>
          <p:nvPr/>
        </p:nvPicPr>
        <p:blipFill>
          <a:blip r:embed="rId2"/>
          <a:stretch>
            <a:fillRect/>
          </a:stretch>
        </p:blipFill>
        <p:spPr>
          <a:xfrm>
            <a:off x="856074" y="1107281"/>
            <a:ext cx="10479852" cy="4643437"/>
          </a:xfrm>
          <a:prstGeom prst="rect">
            <a:avLst/>
          </a:prstGeom>
        </p:spPr>
      </p:pic>
    </p:spTree>
    <p:extLst>
      <p:ext uri="{BB962C8B-B14F-4D97-AF65-F5344CB8AC3E}">
        <p14:creationId xmlns:p14="http://schemas.microsoft.com/office/powerpoint/2010/main" val="11040895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EA9FF40-AA7C-CD86-66B6-D44FCD0E7015}"/>
              </a:ext>
            </a:extLst>
          </p:cNvPr>
          <p:cNvPicPr>
            <a:picLocks noChangeAspect="1"/>
          </p:cNvPicPr>
          <p:nvPr/>
        </p:nvPicPr>
        <p:blipFill>
          <a:blip r:embed="rId2"/>
          <a:srcRect b="9586"/>
          <a:stretch/>
        </p:blipFill>
        <p:spPr>
          <a:xfrm>
            <a:off x="1077686" y="2417331"/>
            <a:ext cx="10417628" cy="3619326"/>
          </a:xfrm>
          <a:prstGeom prst="rect">
            <a:avLst/>
          </a:prstGeom>
        </p:spPr>
      </p:pic>
      <p:pic>
        <p:nvPicPr>
          <p:cNvPr id="2" name="Picture 1">
            <a:extLst>
              <a:ext uri="{FF2B5EF4-FFF2-40B4-BE49-F238E27FC236}">
                <a16:creationId xmlns:a16="http://schemas.microsoft.com/office/drawing/2014/main" id="{895F1645-E12F-5FFD-ADE4-5D01E680A370}"/>
              </a:ext>
            </a:extLst>
          </p:cNvPr>
          <p:cNvPicPr>
            <a:picLocks noChangeAspect="1"/>
          </p:cNvPicPr>
          <p:nvPr/>
        </p:nvPicPr>
        <p:blipFill>
          <a:blip r:embed="rId3"/>
          <a:stretch>
            <a:fillRect/>
          </a:stretch>
        </p:blipFill>
        <p:spPr>
          <a:xfrm>
            <a:off x="0" y="342371"/>
            <a:ext cx="6549828" cy="1649715"/>
          </a:xfrm>
          <a:prstGeom prst="rect">
            <a:avLst/>
          </a:prstGeom>
        </p:spPr>
      </p:pic>
      <p:pic>
        <p:nvPicPr>
          <p:cNvPr id="3" name="Picture 2">
            <a:extLst>
              <a:ext uri="{FF2B5EF4-FFF2-40B4-BE49-F238E27FC236}">
                <a16:creationId xmlns:a16="http://schemas.microsoft.com/office/drawing/2014/main" id="{4EA1AFDA-89A7-9783-0B6A-85635966BA67}"/>
              </a:ext>
            </a:extLst>
          </p:cNvPr>
          <p:cNvPicPr>
            <a:picLocks noChangeAspect="1"/>
          </p:cNvPicPr>
          <p:nvPr/>
        </p:nvPicPr>
        <p:blipFill>
          <a:blip r:embed="rId4"/>
          <a:stretch>
            <a:fillRect/>
          </a:stretch>
        </p:blipFill>
        <p:spPr>
          <a:xfrm>
            <a:off x="6215744" y="495474"/>
            <a:ext cx="5976256" cy="1812297"/>
          </a:xfrm>
          <a:prstGeom prst="rect">
            <a:avLst/>
          </a:prstGeom>
        </p:spPr>
      </p:pic>
    </p:spTree>
    <p:extLst>
      <p:ext uri="{BB962C8B-B14F-4D97-AF65-F5344CB8AC3E}">
        <p14:creationId xmlns:p14="http://schemas.microsoft.com/office/powerpoint/2010/main" val="36829682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0EB67B67-7F25-9C6C-7ED6-D8AE4B04599B}"/>
              </a:ext>
            </a:extLst>
          </p:cNvPr>
          <p:cNvSpPr txBox="1"/>
          <p:nvPr/>
        </p:nvSpPr>
        <p:spPr>
          <a:xfrm>
            <a:off x="1077686" y="1957126"/>
            <a:ext cx="9808028" cy="1077218"/>
          </a:xfrm>
          <a:prstGeom prst="rect">
            <a:avLst/>
          </a:prstGeom>
          <a:noFill/>
        </p:spPr>
        <p:txBody>
          <a:bodyPr wrap="square">
            <a:spAutoFit/>
          </a:bodyPr>
          <a:lstStyle/>
          <a:p>
            <a:pPr algn="l" rtl="0">
              <a:spcBef>
                <a:spcPts val="1200"/>
              </a:spcBef>
              <a:spcAft>
                <a:spcPts val="1200"/>
              </a:spcAft>
              <a:buNone/>
            </a:pPr>
            <a:r>
              <a:rPr lang="en-GB" b="1" i="0" dirty="0">
                <a:solidFill>
                  <a:srgbClr val="05192D"/>
                </a:solidFill>
                <a:effectLst/>
                <a:latin typeface="Studio-Feixen-Sans"/>
              </a:rPr>
              <a:t>True positive rate</a:t>
            </a:r>
          </a:p>
          <a:p>
            <a:pPr algn="l" rtl="0">
              <a:spcAft>
                <a:spcPts val="1050"/>
              </a:spcAft>
              <a:buNone/>
            </a:pPr>
            <a:r>
              <a:rPr lang="en-GB" b="0" i="0" u="none" strike="noStrike" dirty="0">
                <a:solidFill>
                  <a:srgbClr val="05192D"/>
                </a:solidFill>
                <a:effectLst/>
                <a:latin typeface="Studio-Feixen-Sans"/>
              </a:rPr>
              <a:t>The true positive rate, also known as sensitivity or recall, reflects a model’s ability to correctly identify positive instances.</a:t>
            </a:r>
            <a:endParaRPr lang="en-GB" b="0" i="0" dirty="0">
              <a:solidFill>
                <a:srgbClr val="05192D"/>
              </a:solidFill>
              <a:effectLst/>
              <a:latin typeface="Studio-Feixen-Sans"/>
            </a:endParaRPr>
          </a:p>
        </p:txBody>
      </p:sp>
      <p:pic>
        <p:nvPicPr>
          <p:cNvPr id="8" name="Picture 7">
            <a:extLst>
              <a:ext uri="{FF2B5EF4-FFF2-40B4-BE49-F238E27FC236}">
                <a16:creationId xmlns:a16="http://schemas.microsoft.com/office/drawing/2014/main" id="{B4FAFE44-8914-2C00-16F6-CD30982FEF35}"/>
              </a:ext>
            </a:extLst>
          </p:cNvPr>
          <p:cNvPicPr>
            <a:picLocks noChangeAspect="1"/>
          </p:cNvPicPr>
          <p:nvPr/>
        </p:nvPicPr>
        <p:blipFill>
          <a:blip r:embed="rId2"/>
          <a:stretch>
            <a:fillRect/>
          </a:stretch>
        </p:blipFill>
        <p:spPr>
          <a:xfrm>
            <a:off x="4568746" y="2997275"/>
            <a:ext cx="3054507" cy="1035103"/>
          </a:xfrm>
          <a:prstGeom prst="rect">
            <a:avLst/>
          </a:prstGeom>
        </p:spPr>
      </p:pic>
      <p:sp>
        <p:nvSpPr>
          <p:cNvPr id="10" name="TextBox 9">
            <a:extLst>
              <a:ext uri="{FF2B5EF4-FFF2-40B4-BE49-F238E27FC236}">
                <a16:creationId xmlns:a16="http://schemas.microsoft.com/office/drawing/2014/main" id="{096DC011-3FBB-F13F-ECDD-7218B59671FD}"/>
              </a:ext>
            </a:extLst>
          </p:cNvPr>
          <p:cNvSpPr txBox="1"/>
          <p:nvPr/>
        </p:nvSpPr>
        <p:spPr>
          <a:xfrm>
            <a:off x="1077686" y="4101868"/>
            <a:ext cx="9808028" cy="1354217"/>
          </a:xfrm>
          <a:prstGeom prst="rect">
            <a:avLst/>
          </a:prstGeom>
          <a:noFill/>
        </p:spPr>
        <p:txBody>
          <a:bodyPr wrap="square">
            <a:spAutoFit/>
          </a:bodyPr>
          <a:lstStyle/>
          <a:p>
            <a:pPr algn="l" rtl="0">
              <a:spcBef>
                <a:spcPts val="1200"/>
              </a:spcBef>
              <a:spcAft>
                <a:spcPts val="1200"/>
              </a:spcAft>
              <a:buNone/>
            </a:pPr>
            <a:r>
              <a:rPr lang="en-GB" b="1" i="0" dirty="0">
                <a:solidFill>
                  <a:srgbClr val="05192D"/>
                </a:solidFill>
                <a:effectLst/>
                <a:latin typeface="Studio-Feixen-Sans"/>
              </a:rPr>
              <a:t>False positive rate</a:t>
            </a:r>
          </a:p>
          <a:p>
            <a:pPr algn="l" rtl="0">
              <a:spcAft>
                <a:spcPts val="1050"/>
              </a:spcAft>
              <a:buNone/>
            </a:pPr>
            <a:r>
              <a:rPr lang="en-GB" b="0" i="0" u="none" strike="noStrike" dirty="0">
                <a:solidFill>
                  <a:srgbClr val="05192D"/>
                </a:solidFill>
                <a:effectLst/>
                <a:latin typeface="Studio-Feixen-Sans"/>
              </a:rPr>
              <a:t>FPR represents how often our model incorrectly classifies negative class instances as positive. It measures the proportion of actual negative instances that are incorrectly identified as positive by the model</a:t>
            </a:r>
            <a:endParaRPr lang="en-GB" b="0" i="0" dirty="0">
              <a:solidFill>
                <a:srgbClr val="05192D"/>
              </a:solidFill>
              <a:effectLst/>
              <a:latin typeface="Studio-Feixen-Sans"/>
            </a:endParaRPr>
          </a:p>
        </p:txBody>
      </p:sp>
      <p:pic>
        <p:nvPicPr>
          <p:cNvPr id="12" name="Picture 11">
            <a:extLst>
              <a:ext uri="{FF2B5EF4-FFF2-40B4-BE49-F238E27FC236}">
                <a16:creationId xmlns:a16="http://schemas.microsoft.com/office/drawing/2014/main" id="{4B991B30-09A0-D8F7-EC53-551C9DD514CA}"/>
              </a:ext>
            </a:extLst>
          </p:cNvPr>
          <p:cNvPicPr>
            <a:picLocks noChangeAspect="1"/>
          </p:cNvPicPr>
          <p:nvPr/>
        </p:nvPicPr>
        <p:blipFill>
          <a:blip r:embed="rId3"/>
          <a:stretch>
            <a:fillRect/>
          </a:stretch>
        </p:blipFill>
        <p:spPr>
          <a:xfrm>
            <a:off x="4483029" y="5525085"/>
            <a:ext cx="2768742" cy="977950"/>
          </a:xfrm>
          <a:prstGeom prst="rect">
            <a:avLst/>
          </a:prstGeom>
        </p:spPr>
      </p:pic>
      <p:sp>
        <p:nvSpPr>
          <p:cNvPr id="13" name="Title 1">
            <a:extLst>
              <a:ext uri="{FF2B5EF4-FFF2-40B4-BE49-F238E27FC236}">
                <a16:creationId xmlns:a16="http://schemas.microsoft.com/office/drawing/2014/main" id="{934D1F3A-63B1-C9FB-6C02-739B664C41F2}"/>
              </a:ext>
            </a:extLst>
          </p:cNvPr>
          <p:cNvSpPr>
            <a:spLocks noGrp="1"/>
          </p:cNvSpPr>
          <p:nvPr>
            <p:ph type="title"/>
          </p:nvPr>
        </p:nvSpPr>
        <p:spPr>
          <a:xfrm>
            <a:off x="0" y="87898"/>
            <a:ext cx="11501438" cy="772527"/>
          </a:xfrm>
        </p:spPr>
        <p:txBody>
          <a:bodyPr>
            <a:normAutofit fontScale="90000"/>
          </a:bodyPr>
          <a:lstStyle/>
          <a:p>
            <a:r>
              <a:rPr lang="en-GB" b="1" dirty="0"/>
              <a:t>ROC Curve(</a:t>
            </a:r>
            <a:r>
              <a:rPr lang="en-IN" b="1" dirty="0">
                <a:solidFill>
                  <a:srgbClr val="040C28"/>
                </a:solidFill>
                <a:latin typeface="Google Sans"/>
              </a:rPr>
              <a:t>R</a:t>
            </a:r>
            <a:r>
              <a:rPr lang="en-IN" b="0" i="0" dirty="0">
                <a:solidFill>
                  <a:srgbClr val="040C28"/>
                </a:solidFill>
                <a:effectLst/>
                <a:latin typeface="Google Sans"/>
              </a:rPr>
              <a:t>eceiver Operating </a:t>
            </a:r>
            <a:r>
              <a:rPr lang="en-IN" dirty="0">
                <a:solidFill>
                  <a:srgbClr val="040C28"/>
                </a:solidFill>
                <a:latin typeface="Google Sans"/>
              </a:rPr>
              <a:t>C</a:t>
            </a:r>
            <a:r>
              <a:rPr lang="en-IN" b="0" i="0" dirty="0">
                <a:solidFill>
                  <a:srgbClr val="040C28"/>
                </a:solidFill>
                <a:effectLst/>
                <a:latin typeface="Google Sans"/>
              </a:rPr>
              <a:t>haracteristic </a:t>
            </a:r>
            <a:r>
              <a:rPr lang="en-IN" dirty="0">
                <a:solidFill>
                  <a:srgbClr val="040C28"/>
                </a:solidFill>
                <a:latin typeface="Google Sans"/>
              </a:rPr>
              <a:t>c</a:t>
            </a:r>
            <a:r>
              <a:rPr lang="en-IN" b="0" i="0" dirty="0">
                <a:solidFill>
                  <a:srgbClr val="040C28"/>
                </a:solidFill>
                <a:effectLst/>
                <a:latin typeface="Google Sans"/>
              </a:rPr>
              <a:t>urve)</a:t>
            </a:r>
            <a:endParaRPr lang="en-IN" b="1" dirty="0"/>
          </a:p>
        </p:txBody>
      </p:sp>
      <p:sp>
        <p:nvSpPr>
          <p:cNvPr id="14" name="TextBox 13">
            <a:extLst>
              <a:ext uri="{FF2B5EF4-FFF2-40B4-BE49-F238E27FC236}">
                <a16:creationId xmlns:a16="http://schemas.microsoft.com/office/drawing/2014/main" id="{E4F43277-BDA0-D0BB-D3BC-702E3E04F59A}"/>
              </a:ext>
            </a:extLst>
          </p:cNvPr>
          <p:cNvSpPr txBox="1"/>
          <p:nvPr/>
        </p:nvSpPr>
        <p:spPr>
          <a:xfrm>
            <a:off x="1028700" y="912286"/>
            <a:ext cx="9986962" cy="1015663"/>
          </a:xfrm>
          <a:prstGeom prst="rect">
            <a:avLst/>
          </a:prstGeom>
          <a:noFill/>
        </p:spPr>
        <p:txBody>
          <a:bodyPr wrap="square">
            <a:spAutoFit/>
          </a:bodyPr>
          <a:lstStyle/>
          <a:p>
            <a:pPr algn="just"/>
            <a:r>
              <a:rPr lang="en-GB" sz="2000" b="1" i="0" dirty="0">
                <a:solidFill>
                  <a:srgbClr val="001D35"/>
                </a:solidFill>
                <a:effectLst/>
                <a:latin typeface="Google Sans"/>
              </a:rPr>
              <a:t>A ROC curve (Receiver Operating Characteristic curve) is a graphical plot that shows the diagnostic ability of a binary classifier system by plotting the True Positive Rate (Sensitivity) against the False Positive Rate (1 - Specificity) at various threshold settings. </a:t>
            </a:r>
            <a:endParaRPr lang="en-IN" sz="2000" b="1" dirty="0"/>
          </a:p>
        </p:txBody>
      </p:sp>
    </p:spTree>
    <p:extLst>
      <p:ext uri="{BB962C8B-B14F-4D97-AF65-F5344CB8AC3E}">
        <p14:creationId xmlns:p14="http://schemas.microsoft.com/office/powerpoint/2010/main" val="7015905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62D7A52-4DF4-E83F-1AEB-450C4850C777}"/>
              </a:ext>
            </a:extLst>
          </p:cNvPr>
          <p:cNvPicPr>
            <a:picLocks noChangeAspect="1"/>
          </p:cNvPicPr>
          <p:nvPr/>
        </p:nvPicPr>
        <p:blipFill>
          <a:blip r:embed="rId2"/>
          <a:stretch>
            <a:fillRect/>
          </a:stretch>
        </p:blipFill>
        <p:spPr>
          <a:xfrm>
            <a:off x="806245" y="1179872"/>
            <a:ext cx="8190271" cy="3667432"/>
          </a:xfrm>
          <a:prstGeom prst="rect">
            <a:avLst/>
          </a:prstGeom>
        </p:spPr>
      </p:pic>
      <p:pic>
        <p:nvPicPr>
          <p:cNvPr id="7" name="Picture 6">
            <a:extLst>
              <a:ext uri="{FF2B5EF4-FFF2-40B4-BE49-F238E27FC236}">
                <a16:creationId xmlns:a16="http://schemas.microsoft.com/office/drawing/2014/main" id="{92EA0A32-74C7-C19C-E1B4-201E3E94E2C1}"/>
              </a:ext>
            </a:extLst>
          </p:cNvPr>
          <p:cNvPicPr>
            <a:picLocks noChangeAspect="1"/>
          </p:cNvPicPr>
          <p:nvPr/>
        </p:nvPicPr>
        <p:blipFill>
          <a:blip r:embed="rId3"/>
          <a:stretch>
            <a:fillRect/>
          </a:stretch>
        </p:blipFill>
        <p:spPr>
          <a:xfrm>
            <a:off x="7561007" y="357925"/>
            <a:ext cx="4027360" cy="2110923"/>
          </a:xfrm>
          <a:prstGeom prst="rect">
            <a:avLst/>
          </a:prstGeom>
        </p:spPr>
      </p:pic>
    </p:spTree>
    <p:extLst>
      <p:ext uri="{BB962C8B-B14F-4D97-AF65-F5344CB8AC3E}">
        <p14:creationId xmlns:p14="http://schemas.microsoft.com/office/powerpoint/2010/main" val="10025073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20133B8-E211-04A2-1C60-9024972B0469}"/>
              </a:ext>
            </a:extLst>
          </p:cNvPr>
          <p:cNvPicPr>
            <a:picLocks noChangeAspect="1"/>
          </p:cNvPicPr>
          <p:nvPr/>
        </p:nvPicPr>
        <p:blipFill>
          <a:blip r:embed="rId2"/>
          <a:stretch>
            <a:fillRect/>
          </a:stretch>
        </p:blipFill>
        <p:spPr>
          <a:xfrm>
            <a:off x="6531429" y="1690688"/>
            <a:ext cx="5417004" cy="4274683"/>
          </a:xfrm>
          <a:prstGeom prst="rect">
            <a:avLst/>
          </a:prstGeom>
        </p:spPr>
      </p:pic>
      <p:sp>
        <p:nvSpPr>
          <p:cNvPr id="5" name="Rectangle 1">
            <a:extLst>
              <a:ext uri="{FF2B5EF4-FFF2-40B4-BE49-F238E27FC236}">
                <a16:creationId xmlns:a16="http://schemas.microsoft.com/office/drawing/2014/main" id="{1E88A8F9-267F-C28A-B445-F98AABFF1D67}"/>
              </a:ext>
            </a:extLst>
          </p:cNvPr>
          <p:cNvSpPr>
            <a:spLocks noChangeArrowheads="1"/>
          </p:cNvSpPr>
          <p:nvPr/>
        </p:nvSpPr>
        <p:spPr bwMode="auto">
          <a:xfrm>
            <a:off x="243566" y="714237"/>
            <a:ext cx="5852433" cy="573227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63480" rIns="0" bIns="12696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rgbClr val="001D35"/>
                </a:solidFill>
                <a:effectLst/>
                <a:latin typeface="Google Sans"/>
              </a:rPr>
              <a:t>Threshold</a:t>
            </a:r>
            <a:r>
              <a:rPr kumimoji="0" lang="en-US" altLang="en-US" sz="2400" b="0" i="0" u="none" strike="noStrike" cap="none" normalizeH="0" baseline="0" dirty="0">
                <a:ln>
                  <a:noFill/>
                </a:ln>
                <a:solidFill>
                  <a:srgbClr val="001D35"/>
                </a:solidFill>
                <a:effectLst/>
                <a:latin typeface="Google Sans"/>
              </a:rPr>
              <a:t>: </a:t>
            </a: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a:ln>
                  <a:noFill/>
                </a:ln>
                <a:solidFill>
                  <a:srgbClr val="001D35"/>
                </a:solidFill>
                <a:effectLst/>
                <a:latin typeface="Google Sans"/>
              </a:rPr>
              <a:t>The cut-off value used to convert continuous model outputs into binary predictions (positive or negative). The ROC curve illustrates how the TPR and FPR change as the threshold varies.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1" i="0" strike="noStrike" cap="none" normalizeH="0" baseline="0" dirty="0">
                <a:ln>
                  <a:noFill/>
                </a:ln>
                <a:effectLst/>
                <a:latin typeface="Google Sans"/>
                <a:hlinkClick r:id="rId3">
                  <a:extLst>
                    <a:ext uri="{A12FA001-AC4F-418D-AE19-62706E023703}">
                      <ahyp:hlinkClr xmlns:ahyp="http://schemas.microsoft.com/office/drawing/2018/hyperlinkcolor" val="tx"/>
                    </a:ext>
                  </a:extLst>
                </a:hlinkClick>
              </a:rPr>
              <a:t>Area Under the Curve (AUC)</a:t>
            </a:r>
            <a:r>
              <a:rPr kumimoji="0" lang="en-US" altLang="en-US" sz="2400" b="0" i="0" strike="noStrike" cap="none" normalizeH="0" baseline="0" dirty="0">
                <a:ln>
                  <a:noFill/>
                </a:ln>
                <a:effectLst/>
                <a:latin typeface="Google Sans"/>
              </a:rPr>
              <a:t>: </a:t>
            </a: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a:ln>
                  <a:noFill/>
                </a:ln>
                <a:solidFill>
                  <a:srgbClr val="001D35"/>
                </a:solidFill>
                <a:effectLst/>
                <a:latin typeface="Google Sans"/>
              </a:rPr>
              <a:t>A single metric representing the overall performance of the classifier. </a:t>
            </a: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a:ln>
                  <a:noFill/>
                </a:ln>
                <a:solidFill>
                  <a:srgbClr val="001D35"/>
                </a:solidFill>
                <a:effectLst/>
                <a:latin typeface="Google Sans"/>
              </a:rPr>
              <a:t>An AUC of 1.0 indicates a perfect classifier, while an AUC of 0.5 (the diagonal line) indicates performance no better than random chance. </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1315270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E8C4B61-8C31-063C-5741-4B897891D53D}"/>
              </a:ext>
            </a:extLst>
          </p:cNvPr>
          <p:cNvPicPr>
            <a:picLocks noChangeAspect="1"/>
          </p:cNvPicPr>
          <p:nvPr/>
        </p:nvPicPr>
        <p:blipFill>
          <a:blip r:embed="rId2"/>
          <a:stretch>
            <a:fillRect/>
          </a:stretch>
        </p:blipFill>
        <p:spPr>
          <a:xfrm>
            <a:off x="1071563" y="842963"/>
            <a:ext cx="10044112" cy="5114925"/>
          </a:xfrm>
          <a:prstGeom prst="rect">
            <a:avLst/>
          </a:prstGeom>
        </p:spPr>
      </p:pic>
    </p:spTree>
    <p:extLst>
      <p:ext uri="{BB962C8B-B14F-4D97-AF65-F5344CB8AC3E}">
        <p14:creationId xmlns:p14="http://schemas.microsoft.com/office/powerpoint/2010/main" val="11171186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CF1B31-CEA8-AF37-0542-8AEEB2708A89}"/>
            </a:ext>
          </a:extLst>
        </p:cNvPr>
        <p:cNvGrpSpPr/>
        <p:nvPr/>
      </p:nvGrpSpPr>
      <p:grpSpPr>
        <a:xfrm>
          <a:off x="0" y="0"/>
          <a:ext cx="0" cy="0"/>
          <a:chOff x="0" y="0"/>
          <a:chExt cx="0" cy="0"/>
        </a:xfrm>
      </p:grpSpPr>
      <p:sp>
        <p:nvSpPr>
          <p:cNvPr id="41986" name="Rectangle 2">
            <a:extLst>
              <a:ext uri="{FF2B5EF4-FFF2-40B4-BE49-F238E27FC236}">
                <a16:creationId xmlns:a16="http://schemas.microsoft.com/office/drawing/2014/main" id="{1FB244C0-FFE1-97F0-4815-AC0FF15CECE6}"/>
              </a:ext>
            </a:extLst>
          </p:cNvPr>
          <p:cNvSpPr>
            <a:spLocks noGrp="1" noChangeArrowheads="1"/>
          </p:cNvSpPr>
          <p:nvPr>
            <p:ph type="title"/>
          </p:nvPr>
        </p:nvSpPr>
        <p:spPr>
          <a:xfrm>
            <a:off x="152399" y="24120"/>
            <a:ext cx="11930743" cy="1325563"/>
          </a:xfrm>
        </p:spPr>
        <p:txBody>
          <a:bodyPr>
            <a:normAutofit/>
          </a:bodyPr>
          <a:lstStyle/>
          <a:p>
            <a:pPr fontAlgn="base"/>
            <a:r>
              <a:rPr lang="en-GB" sz="3200" b="1" dirty="0"/>
              <a:t>Techniques To Evaluate Accuracy of Classifier </a:t>
            </a:r>
          </a:p>
        </p:txBody>
      </p:sp>
      <p:sp>
        <p:nvSpPr>
          <p:cNvPr id="41987" name="Rectangle 3">
            <a:extLst>
              <a:ext uri="{FF2B5EF4-FFF2-40B4-BE49-F238E27FC236}">
                <a16:creationId xmlns:a16="http://schemas.microsoft.com/office/drawing/2014/main" id="{8086D2D7-59C3-DC01-1B15-94DF11970FF6}"/>
              </a:ext>
            </a:extLst>
          </p:cNvPr>
          <p:cNvSpPr>
            <a:spLocks noGrp="1" noChangeArrowheads="1"/>
          </p:cNvSpPr>
          <p:nvPr>
            <p:ph type="body" idx="1"/>
          </p:nvPr>
        </p:nvSpPr>
        <p:spPr>
          <a:xfrm>
            <a:off x="2950029" y="1984001"/>
            <a:ext cx="7108371" cy="2000170"/>
          </a:xfrm>
        </p:spPr>
        <p:txBody>
          <a:bodyPr>
            <a:normAutofit/>
          </a:bodyPr>
          <a:lstStyle/>
          <a:p>
            <a:pPr marL="914400" lvl="1" indent="-457200">
              <a:lnSpc>
                <a:spcPct val="110000"/>
              </a:lnSpc>
              <a:buFont typeface="+mj-lt"/>
              <a:buAutoNum type="arabicPeriod"/>
            </a:pPr>
            <a:r>
              <a:rPr lang="en-US" altLang="en-US" b="1" dirty="0"/>
              <a:t>Holdout method, </a:t>
            </a:r>
          </a:p>
          <a:p>
            <a:pPr marL="914400" lvl="1" indent="-457200">
              <a:lnSpc>
                <a:spcPct val="110000"/>
              </a:lnSpc>
              <a:buFont typeface="+mj-lt"/>
              <a:buAutoNum type="arabicPeriod"/>
            </a:pPr>
            <a:r>
              <a:rPr lang="en-US" altLang="en-US" b="1" dirty="0"/>
              <a:t>Random subsampling</a:t>
            </a:r>
          </a:p>
          <a:p>
            <a:pPr marL="914400" lvl="1" indent="-457200">
              <a:lnSpc>
                <a:spcPct val="110000"/>
              </a:lnSpc>
              <a:buFont typeface="+mj-lt"/>
              <a:buAutoNum type="arabicPeriod"/>
            </a:pPr>
            <a:r>
              <a:rPr lang="en-US" altLang="en-US" b="1" dirty="0"/>
              <a:t>Cross-validation</a:t>
            </a:r>
          </a:p>
          <a:p>
            <a:pPr marL="914400" lvl="1" indent="-457200">
              <a:lnSpc>
                <a:spcPct val="110000"/>
              </a:lnSpc>
              <a:buFont typeface="+mj-lt"/>
              <a:buAutoNum type="arabicPeriod"/>
            </a:pPr>
            <a:r>
              <a:rPr lang="en-US" altLang="en-US" b="1" dirty="0"/>
              <a:t>Bootstrap</a:t>
            </a:r>
          </a:p>
        </p:txBody>
      </p:sp>
      <p:sp>
        <p:nvSpPr>
          <p:cNvPr id="41988" name="Slide Number Placeholder 7">
            <a:extLst>
              <a:ext uri="{FF2B5EF4-FFF2-40B4-BE49-F238E27FC236}">
                <a16:creationId xmlns:a16="http://schemas.microsoft.com/office/drawing/2014/main" id="{AFBD6B16-26F8-BAA8-420C-569433E98613}"/>
              </a:ext>
            </a:extLst>
          </p:cNvPr>
          <p:cNvSpPr txBox="1">
            <a:spLocks noGrp="1"/>
          </p:cNvSpPr>
          <p:nvPr/>
        </p:nvSpPr>
        <p:spPr bwMode="auto">
          <a:xfrm>
            <a:off x="8763000" y="6477000"/>
            <a:ext cx="1905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folHlink"/>
              </a:buClr>
              <a:buSzPct val="60000"/>
              <a:buFont typeface="Wingdings" panose="05000000000000000000" pitchFamily="2" charset="2"/>
              <a:buChar char="n"/>
              <a:defRPr sz="2800">
                <a:solidFill>
                  <a:schemeClr val="tx1"/>
                </a:solidFill>
                <a:latin typeface="Calibri" panose="020F050202020403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alibri" panose="020F050202020403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alibri" panose="020F050202020403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alibri" panose="020F050202020403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9pPr>
          </a:lstStyle>
          <a:p>
            <a:pPr algn="r" eaLnBrk="1" hangingPunct="1">
              <a:spcBef>
                <a:spcPct val="0"/>
              </a:spcBef>
              <a:buClrTx/>
              <a:buSzTx/>
              <a:buFontTx/>
              <a:buNone/>
            </a:pPr>
            <a:fld id="{549F8DD1-C666-4BCC-B973-2A2CB5531480}" type="slidenum">
              <a:rPr lang="en-US" altLang="en-US" sz="1200" b="1"/>
              <a:pPr algn="r" eaLnBrk="1" hangingPunct="1">
                <a:spcBef>
                  <a:spcPct val="0"/>
                </a:spcBef>
                <a:buClrTx/>
                <a:buSzTx/>
                <a:buFontTx/>
                <a:buNone/>
              </a:pPr>
              <a:t>19</a:t>
            </a:fld>
            <a:endParaRPr lang="en-US" altLang="en-US" sz="1200" b="1"/>
          </a:p>
        </p:txBody>
      </p:sp>
    </p:spTree>
    <p:extLst>
      <p:ext uri="{BB962C8B-B14F-4D97-AF65-F5344CB8AC3E}">
        <p14:creationId xmlns:p14="http://schemas.microsoft.com/office/powerpoint/2010/main" val="9151083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8" name="Slide Number Placeholder 7">
            <a:extLst>
              <a:ext uri="{FF2B5EF4-FFF2-40B4-BE49-F238E27FC236}">
                <a16:creationId xmlns:a16="http://schemas.microsoft.com/office/drawing/2014/main" id="{BE239D13-D59A-D4B4-4A96-157C68722FBF}"/>
              </a:ext>
            </a:extLst>
          </p:cNvPr>
          <p:cNvSpPr txBox="1">
            <a:spLocks noGrp="1"/>
          </p:cNvSpPr>
          <p:nvPr/>
        </p:nvSpPr>
        <p:spPr bwMode="auto">
          <a:xfrm>
            <a:off x="8763000" y="6477000"/>
            <a:ext cx="1905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folHlink"/>
              </a:buClr>
              <a:buSzPct val="60000"/>
              <a:buFont typeface="Wingdings" panose="05000000000000000000" pitchFamily="2" charset="2"/>
              <a:buChar char="n"/>
              <a:defRPr sz="2800">
                <a:solidFill>
                  <a:schemeClr val="tx1"/>
                </a:solidFill>
                <a:latin typeface="Calibri" panose="020F050202020403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alibri" panose="020F050202020403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alibri" panose="020F050202020403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alibri" panose="020F050202020403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9pPr>
          </a:lstStyle>
          <a:p>
            <a:pPr algn="r" eaLnBrk="1" hangingPunct="1">
              <a:spcBef>
                <a:spcPct val="0"/>
              </a:spcBef>
              <a:buClrTx/>
              <a:buSzTx/>
              <a:buFontTx/>
              <a:buNone/>
            </a:pPr>
            <a:fld id="{BE90A9BD-0B3E-4A57-B142-A5B49B2A2927}" type="slidenum">
              <a:rPr lang="en-US" altLang="en-US" sz="1200" b="1"/>
              <a:pPr algn="r" eaLnBrk="1" hangingPunct="1">
                <a:spcBef>
                  <a:spcPct val="0"/>
                </a:spcBef>
                <a:buClrTx/>
                <a:buSzTx/>
                <a:buFontTx/>
                <a:buNone/>
              </a:pPr>
              <a:t>20</a:t>
            </a:fld>
            <a:endParaRPr lang="en-US" altLang="en-US" sz="1200" b="1"/>
          </a:p>
        </p:txBody>
      </p:sp>
      <p:sp>
        <p:nvSpPr>
          <p:cNvPr id="8" name="Rectangle 2">
            <a:extLst>
              <a:ext uri="{FF2B5EF4-FFF2-40B4-BE49-F238E27FC236}">
                <a16:creationId xmlns:a16="http://schemas.microsoft.com/office/drawing/2014/main" id="{48488292-AA0E-97A0-212F-0F3ACBA011D7}"/>
              </a:ext>
            </a:extLst>
          </p:cNvPr>
          <p:cNvSpPr>
            <a:spLocks noGrp="1" noChangeArrowheads="1"/>
          </p:cNvSpPr>
          <p:nvPr>
            <p:ph type="title"/>
          </p:nvPr>
        </p:nvSpPr>
        <p:spPr>
          <a:xfrm>
            <a:off x="152399" y="24120"/>
            <a:ext cx="11930743" cy="1325563"/>
          </a:xfrm>
        </p:spPr>
        <p:txBody>
          <a:bodyPr>
            <a:normAutofit/>
          </a:bodyPr>
          <a:lstStyle/>
          <a:p>
            <a:pPr fontAlgn="base"/>
            <a:r>
              <a:rPr lang="en-GB" sz="3200" b="1" dirty="0"/>
              <a:t>Techniques To Evaluate Accuracy of Classifier : Hold Out Method</a:t>
            </a:r>
          </a:p>
        </p:txBody>
      </p:sp>
      <p:sp>
        <p:nvSpPr>
          <p:cNvPr id="10" name="TextBox 9">
            <a:extLst>
              <a:ext uri="{FF2B5EF4-FFF2-40B4-BE49-F238E27FC236}">
                <a16:creationId xmlns:a16="http://schemas.microsoft.com/office/drawing/2014/main" id="{5C0BAC88-B07B-53F4-724A-20488771E001}"/>
              </a:ext>
            </a:extLst>
          </p:cNvPr>
          <p:cNvSpPr txBox="1"/>
          <p:nvPr/>
        </p:nvSpPr>
        <p:spPr>
          <a:xfrm>
            <a:off x="707571" y="1188397"/>
            <a:ext cx="10515600" cy="5088573"/>
          </a:xfrm>
          <a:prstGeom prst="rect">
            <a:avLst/>
          </a:prstGeom>
          <a:noFill/>
        </p:spPr>
        <p:txBody>
          <a:bodyPr wrap="square">
            <a:spAutoFit/>
          </a:bodyPr>
          <a:lstStyle/>
          <a:p>
            <a:pPr algn="just" fontAlgn="base">
              <a:spcAft>
                <a:spcPts val="750"/>
              </a:spcAft>
              <a:buNone/>
            </a:pPr>
            <a:r>
              <a:rPr lang="en-GB" sz="2400" dirty="0">
                <a:solidFill>
                  <a:srgbClr val="273239"/>
                </a:solidFill>
                <a:latin typeface="Nunito" pitchFamily="2" charset="0"/>
              </a:rPr>
              <a:t>T</a:t>
            </a:r>
            <a:r>
              <a:rPr lang="en-GB" sz="2400" b="0" i="0" dirty="0">
                <a:solidFill>
                  <a:srgbClr val="273239"/>
                </a:solidFill>
                <a:effectLst/>
                <a:latin typeface="Nunito" pitchFamily="2" charset="0"/>
              </a:rPr>
              <a:t>he largest dataset is randomly divided into three subsets:</a:t>
            </a:r>
          </a:p>
          <a:p>
            <a:pPr marL="342900" indent="-342900" algn="just" fontAlgn="base">
              <a:spcAft>
                <a:spcPts val="1800"/>
              </a:spcAft>
              <a:buFont typeface="Arial" panose="020B0604020202020204" pitchFamily="34" charset="0"/>
              <a:buChar char="•"/>
            </a:pPr>
            <a:r>
              <a:rPr lang="en-GB" sz="2400" b="1" i="0" dirty="0">
                <a:solidFill>
                  <a:srgbClr val="273239"/>
                </a:solidFill>
                <a:effectLst/>
                <a:latin typeface="Nunito" pitchFamily="2" charset="0"/>
              </a:rPr>
              <a:t>A training set </a:t>
            </a:r>
            <a:r>
              <a:rPr lang="en-GB" sz="2400" b="0" i="0" dirty="0">
                <a:solidFill>
                  <a:srgbClr val="273239"/>
                </a:solidFill>
                <a:effectLst/>
                <a:latin typeface="Nunito" pitchFamily="2" charset="0"/>
              </a:rPr>
              <a:t>is a subset of the dataset which are been used to build predictive models.</a:t>
            </a:r>
          </a:p>
          <a:p>
            <a:pPr marL="342900" indent="-342900" algn="just" fontAlgn="base">
              <a:spcAft>
                <a:spcPts val="1800"/>
              </a:spcAft>
              <a:buFont typeface="Arial" panose="020B0604020202020204" pitchFamily="34" charset="0"/>
              <a:buChar char="•"/>
            </a:pPr>
            <a:r>
              <a:rPr lang="en-GB" sz="2400" b="1" i="0" dirty="0">
                <a:solidFill>
                  <a:srgbClr val="273239"/>
                </a:solidFill>
                <a:effectLst/>
                <a:latin typeface="Nunito" pitchFamily="2" charset="0"/>
              </a:rPr>
              <a:t>The validation set </a:t>
            </a:r>
            <a:r>
              <a:rPr lang="en-GB" sz="2400" b="0" i="0" dirty="0">
                <a:solidFill>
                  <a:srgbClr val="273239"/>
                </a:solidFill>
                <a:effectLst/>
                <a:latin typeface="Nunito" pitchFamily="2" charset="0"/>
              </a:rPr>
              <a:t>is a subset of the dataset which is been used to assess the performance of the model built in the training phase. It provides a test platform for fine-tuning of the model's parameters and selecting the best-performing model. It is not necessary for all </a:t>
            </a:r>
            <a:r>
              <a:rPr lang="en-GB" sz="2400" b="0" i="0" dirty="0" err="1">
                <a:solidFill>
                  <a:srgbClr val="273239"/>
                </a:solidFill>
                <a:effectLst/>
                <a:latin typeface="Nunito" pitchFamily="2" charset="0"/>
              </a:rPr>
              <a:t>modeling</a:t>
            </a:r>
            <a:r>
              <a:rPr lang="en-GB" sz="2400" b="0" i="0" dirty="0">
                <a:solidFill>
                  <a:srgbClr val="273239"/>
                </a:solidFill>
                <a:effectLst/>
                <a:latin typeface="Nunito" pitchFamily="2" charset="0"/>
              </a:rPr>
              <a:t> algorithms to need a validation set.</a:t>
            </a:r>
          </a:p>
          <a:p>
            <a:pPr marL="342900" indent="-342900" algn="just" fontAlgn="base">
              <a:spcAft>
                <a:spcPts val="1800"/>
              </a:spcAft>
              <a:buFont typeface="Arial" panose="020B0604020202020204" pitchFamily="34" charset="0"/>
              <a:buChar char="•"/>
            </a:pPr>
            <a:r>
              <a:rPr lang="en-GB" sz="2400" b="1" i="0" dirty="0">
                <a:solidFill>
                  <a:srgbClr val="273239"/>
                </a:solidFill>
                <a:effectLst/>
                <a:latin typeface="Nunito" pitchFamily="2" charset="0"/>
              </a:rPr>
              <a:t>Test sets or unseen examples </a:t>
            </a:r>
            <a:r>
              <a:rPr lang="en-GB" sz="2400" b="0" i="0" dirty="0">
                <a:solidFill>
                  <a:srgbClr val="273239"/>
                </a:solidFill>
                <a:effectLst/>
                <a:latin typeface="Nunito" pitchFamily="2" charset="0"/>
              </a:rPr>
              <a:t>are the subset of the dataset to assess the likely future performance of the model. If a model is fitting into the training set much better than it fits into the test set, then overfitting is probably the cause that occurred here.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DA6AEE-C7F4-9DF2-80D8-23987B80052E}"/>
            </a:ext>
          </a:extLst>
        </p:cNvPr>
        <p:cNvGrpSpPr/>
        <p:nvPr/>
      </p:nvGrpSpPr>
      <p:grpSpPr>
        <a:xfrm>
          <a:off x="0" y="0"/>
          <a:ext cx="0" cy="0"/>
          <a:chOff x="0" y="0"/>
          <a:chExt cx="0" cy="0"/>
        </a:xfrm>
      </p:grpSpPr>
      <p:sp>
        <p:nvSpPr>
          <p:cNvPr id="52228" name="Slide Number Placeholder 7">
            <a:extLst>
              <a:ext uri="{FF2B5EF4-FFF2-40B4-BE49-F238E27FC236}">
                <a16:creationId xmlns:a16="http://schemas.microsoft.com/office/drawing/2014/main" id="{4B7433CA-02C4-DB77-BF60-0A02A5C01086}"/>
              </a:ext>
            </a:extLst>
          </p:cNvPr>
          <p:cNvSpPr txBox="1">
            <a:spLocks noGrp="1"/>
          </p:cNvSpPr>
          <p:nvPr/>
        </p:nvSpPr>
        <p:spPr bwMode="auto">
          <a:xfrm>
            <a:off x="8763000" y="6477000"/>
            <a:ext cx="1905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folHlink"/>
              </a:buClr>
              <a:buSzPct val="60000"/>
              <a:buFont typeface="Wingdings" panose="05000000000000000000" pitchFamily="2" charset="2"/>
              <a:buChar char="n"/>
              <a:defRPr sz="2800">
                <a:solidFill>
                  <a:schemeClr val="tx1"/>
                </a:solidFill>
                <a:latin typeface="Calibri" panose="020F050202020403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alibri" panose="020F050202020403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alibri" panose="020F050202020403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alibri" panose="020F050202020403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9pPr>
          </a:lstStyle>
          <a:p>
            <a:pPr algn="r" eaLnBrk="1" hangingPunct="1">
              <a:spcBef>
                <a:spcPct val="0"/>
              </a:spcBef>
              <a:buClrTx/>
              <a:buSzTx/>
              <a:buFontTx/>
              <a:buNone/>
            </a:pPr>
            <a:fld id="{BE90A9BD-0B3E-4A57-B142-A5B49B2A2927}" type="slidenum">
              <a:rPr lang="en-US" altLang="en-US" sz="1200" b="1"/>
              <a:pPr algn="r" eaLnBrk="1" hangingPunct="1">
                <a:spcBef>
                  <a:spcPct val="0"/>
                </a:spcBef>
                <a:buClrTx/>
                <a:buSzTx/>
                <a:buFontTx/>
                <a:buNone/>
              </a:pPr>
              <a:t>21</a:t>
            </a:fld>
            <a:endParaRPr lang="en-US" altLang="en-US" sz="1200" b="1"/>
          </a:p>
        </p:txBody>
      </p:sp>
      <p:sp>
        <p:nvSpPr>
          <p:cNvPr id="8" name="Rectangle 2">
            <a:extLst>
              <a:ext uri="{FF2B5EF4-FFF2-40B4-BE49-F238E27FC236}">
                <a16:creationId xmlns:a16="http://schemas.microsoft.com/office/drawing/2014/main" id="{0B390C4F-F3FE-E009-9C4F-3FDC5F489E70}"/>
              </a:ext>
            </a:extLst>
          </p:cNvPr>
          <p:cNvSpPr>
            <a:spLocks noGrp="1" noChangeArrowheads="1"/>
          </p:cNvSpPr>
          <p:nvPr>
            <p:ph type="title"/>
          </p:nvPr>
        </p:nvSpPr>
        <p:spPr>
          <a:xfrm>
            <a:off x="152399" y="24120"/>
            <a:ext cx="11930743" cy="1325563"/>
          </a:xfrm>
        </p:spPr>
        <p:txBody>
          <a:bodyPr>
            <a:normAutofit/>
          </a:bodyPr>
          <a:lstStyle/>
          <a:p>
            <a:pPr fontAlgn="base"/>
            <a:r>
              <a:rPr lang="en-GB" sz="3200" b="1" dirty="0"/>
              <a:t>Techniques To Evaluate Accuracy of Classifier: Random Sampling </a:t>
            </a:r>
          </a:p>
        </p:txBody>
      </p:sp>
      <p:sp>
        <p:nvSpPr>
          <p:cNvPr id="3" name="TextBox 2">
            <a:extLst>
              <a:ext uri="{FF2B5EF4-FFF2-40B4-BE49-F238E27FC236}">
                <a16:creationId xmlns:a16="http://schemas.microsoft.com/office/drawing/2014/main" id="{C5069A01-96FA-916C-BDB8-325B8E13A831}"/>
              </a:ext>
            </a:extLst>
          </p:cNvPr>
          <p:cNvSpPr txBox="1"/>
          <p:nvPr/>
        </p:nvSpPr>
        <p:spPr>
          <a:xfrm>
            <a:off x="263978" y="999919"/>
            <a:ext cx="11481708" cy="1246495"/>
          </a:xfrm>
          <a:prstGeom prst="rect">
            <a:avLst/>
          </a:prstGeom>
          <a:noFill/>
        </p:spPr>
        <p:txBody>
          <a:bodyPr wrap="square">
            <a:spAutoFit/>
          </a:bodyPr>
          <a:lstStyle/>
          <a:p>
            <a:pPr marL="342900" indent="-342900" algn="just" fontAlgn="base">
              <a:spcAft>
                <a:spcPts val="1800"/>
              </a:spcAft>
              <a:buFont typeface="Arial" panose="020B0604020202020204" pitchFamily="34" charset="0"/>
              <a:buChar char="•"/>
            </a:pPr>
            <a:r>
              <a:rPr lang="en-GB" sz="2000" b="0" i="0" dirty="0">
                <a:solidFill>
                  <a:srgbClr val="273239"/>
                </a:solidFill>
                <a:effectLst/>
                <a:latin typeface="Nunito" pitchFamily="2" charset="0"/>
              </a:rPr>
              <a:t>Random subsampling is a variation of the holdout method. The holdout method is been repeated K times.</a:t>
            </a:r>
          </a:p>
          <a:p>
            <a:pPr marL="342900" indent="-342900" algn="just" fontAlgn="base">
              <a:spcAft>
                <a:spcPts val="1800"/>
              </a:spcAft>
              <a:buFont typeface="Arial" panose="020B0604020202020204" pitchFamily="34" charset="0"/>
              <a:buChar char="•"/>
            </a:pPr>
            <a:r>
              <a:rPr lang="en-GB" sz="2000" b="0" i="0" dirty="0">
                <a:solidFill>
                  <a:srgbClr val="273239"/>
                </a:solidFill>
                <a:effectLst/>
                <a:latin typeface="Nunito" pitchFamily="2" charset="0"/>
              </a:rPr>
              <a:t>The holdout subsampling involves randomly splitting the data into a training set and a test set.</a:t>
            </a:r>
          </a:p>
        </p:txBody>
      </p:sp>
      <p:pic>
        <p:nvPicPr>
          <p:cNvPr id="5" name="Picture 4">
            <a:extLst>
              <a:ext uri="{FF2B5EF4-FFF2-40B4-BE49-F238E27FC236}">
                <a16:creationId xmlns:a16="http://schemas.microsoft.com/office/drawing/2014/main" id="{56381871-E49F-868E-111B-250A93CCC627}"/>
              </a:ext>
            </a:extLst>
          </p:cNvPr>
          <p:cNvPicPr>
            <a:picLocks noChangeAspect="1"/>
          </p:cNvPicPr>
          <p:nvPr/>
        </p:nvPicPr>
        <p:blipFill>
          <a:blip r:embed="rId3"/>
          <a:stretch>
            <a:fillRect/>
          </a:stretch>
        </p:blipFill>
        <p:spPr>
          <a:xfrm>
            <a:off x="1752600" y="2325482"/>
            <a:ext cx="8556171" cy="4230586"/>
          </a:xfrm>
          <a:prstGeom prst="rect">
            <a:avLst/>
          </a:prstGeom>
        </p:spPr>
      </p:pic>
    </p:spTree>
    <p:extLst>
      <p:ext uri="{BB962C8B-B14F-4D97-AF65-F5344CB8AC3E}">
        <p14:creationId xmlns:p14="http://schemas.microsoft.com/office/powerpoint/2010/main" val="9432946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E9EF0A-C7C4-A1DF-89EB-3A025D5BD5D9}"/>
            </a:ext>
          </a:extLst>
        </p:cNvPr>
        <p:cNvGrpSpPr/>
        <p:nvPr/>
      </p:nvGrpSpPr>
      <p:grpSpPr>
        <a:xfrm>
          <a:off x="0" y="0"/>
          <a:ext cx="0" cy="0"/>
          <a:chOff x="0" y="0"/>
          <a:chExt cx="0" cy="0"/>
        </a:xfrm>
      </p:grpSpPr>
      <p:sp>
        <p:nvSpPr>
          <p:cNvPr id="52228" name="Slide Number Placeholder 7">
            <a:extLst>
              <a:ext uri="{FF2B5EF4-FFF2-40B4-BE49-F238E27FC236}">
                <a16:creationId xmlns:a16="http://schemas.microsoft.com/office/drawing/2014/main" id="{A0D54153-B7C6-897F-66F0-BC88F0051D94}"/>
              </a:ext>
            </a:extLst>
          </p:cNvPr>
          <p:cNvSpPr txBox="1">
            <a:spLocks noGrp="1"/>
          </p:cNvSpPr>
          <p:nvPr/>
        </p:nvSpPr>
        <p:spPr bwMode="auto">
          <a:xfrm>
            <a:off x="8763000" y="6477000"/>
            <a:ext cx="1905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folHlink"/>
              </a:buClr>
              <a:buSzPct val="60000"/>
              <a:buFont typeface="Wingdings" panose="05000000000000000000" pitchFamily="2" charset="2"/>
              <a:buChar char="n"/>
              <a:defRPr sz="2800">
                <a:solidFill>
                  <a:schemeClr val="tx1"/>
                </a:solidFill>
                <a:latin typeface="Calibri" panose="020F050202020403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alibri" panose="020F050202020403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alibri" panose="020F050202020403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alibri" panose="020F050202020403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9pPr>
          </a:lstStyle>
          <a:p>
            <a:pPr algn="r" eaLnBrk="1" hangingPunct="1">
              <a:spcBef>
                <a:spcPct val="0"/>
              </a:spcBef>
              <a:buClrTx/>
              <a:buSzTx/>
              <a:buFontTx/>
              <a:buNone/>
            </a:pPr>
            <a:fld id="{BE90A9BD-0B3E-4A57-B142-A5B49B2A2927}" type="slidenum">
              <a:rPr lang="en-US" altLang="en-US" sz="1200" b="1"/>
              <a:pPr algn="r" eaLnBrk="1" hangingPunct="1">
                <a:spcBef>
                  <a:spcPct val="0"/>
                </a:spcBef>
                <a:buClrTx/>
                <a:buSzTx/>
                <a:buFontTx/>
                <a:buNone/>
              </a:pPr>
              <a:t>22</a:t>
            </a:fld>
            <a:endParaRPr lang="en-US" altLang="en-US" sz="1200" b="1"/>
          </a:p>
        </p:txBody>
      </p:sp>
      <p:sp>
        <p:nvSpPr>
          <p:cNvPr id="8" name="Rectangle 2">
            <a:extLst>
              <a:ext uri="{FF2B5EF4-FFF2-40B4-BE49-F238E27FC236}">
                <a16:creationId xmlns:a16="http://schemas.microsoft.com/office/drawing/2014/main" id="{67D10760-8666-F1D3-5A1F-D9BDDA08FF13}"/>
              </a:ext>
            </a:extLst>
          </p:cNvPr>
          <p:cNvSpPr>
            <a:spLocks noGrp="1" noChangeArrowheads="1"/>
          </p:cNvSpPr>
          <p:nvPr>
            <p:ph type="title"/>
          </p:nvPr>
        </p:nvSpPr>
        <p:spPr>
          <a:xfrm>
            <a:off x="152399" y="24120"/>
            <a:ext cx="11930743" cy="1325563"/>
          </a:xfrm>
        </p:spPr>
        <p:txBody>
          <a:bodyPr>
            <a:normAutofit/>
          </a:bodyPr>
          <a:lstStyle/>
          <a:p>
            <a:pPr fontAlgn="base"/>
            <a:r>
              <a:rPr lang="en-GB" sz="3200" b="1" dirty="0"/>
              <a:t>Techniques To Evaluate Accuracy of Classifier : K- Cross validation</a:t>
            </a:r>
          </a:p>
        </p:txBody>
      </p:sp>
      <p:pic>
        <p:nvPicPr>
          <p:cNvPr id="2" name="Picture 1">
            <a:extLst>
              <a:ext uri="{FF2B5EF4-FFF2-40B4-BE49-F238E27FC236}">
                <a16:creationId xmlns:a16="http://schemas.microsoft.com/office/drawing/2014/main" id="{82C6EEE5-A262-155B-9905-22312019AE0F}"/>
              </a:ext>
            </a:extLst>
          </p:cNvPr>
          <p:cNvPicPr>
            <a:picLocks noChangeAspect="1"/>
          </p:cNvPicPr>
          <p:nvPr/>
        </p:nvPicPr>
        <p:blipFill>
          <a:blip r:embed="rId3"/>
          <a:srcRect t="10700"/>
          <a:stretch>
            <a:fillRect/>
          </a:stretch>
        </p:blipFill>
        <p:spPr>
          <a:xfrm>
            <a:off x="1087702" y="1144730"/>
            <a:ext cx="10016596" cy="5689150"/>
          </a:xfrm>
          <a:prstGeom prst="rect">
            <a:avLst/>
          </a:prstGeom>
        </p:spPr>
      </p:pic>
    </p:spTree>
    <p:extLst>
      <p:ext uri="{BB962C8B-B14F-4D97-AF65-F5344CB8AC3E}">
        <p14:creationId xmlns:p14="http://schemas.microsoft.com/office/powerpoint/2010/main" val="6794858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7D8A605D-5022-9F9E-CB18-1B0C4953B7D1}"/>
              </a:ext>
            </a:extLst>
          </p:cNvPr>
          <p:cNvPicPr>
            <a:picLocks noGrp="1" noChangeAspect="1"/>
          </p:cNvPicPr>
          <p:nvPr>
            <p:ph idx="1"/>
          </p:nvPr>
        </p:nvPicPr>
        <p:blipFill>
          <a:blip r:embed="rId2"/>
          <a:stretch>
            <a:fillRect/>
          </a:stretch>
        </p:blipFill>
        <p:spPr>
          <a:xfrm>
            <a:off x="1843548" y="309716"/>
            <a:ext cx="9247240" cy="6061587"/>
          </a:xfrm>
        </p:spPr>
      </p:pic>
    </p:spTree>
    <p:extLst>
      <p:ext uri="{BB962C8B-B14F-4D97-AF65-F5344CB8AC3E}">
        <p14:creationId xmlns:p14="http://schemas.microsoft.com/office/powerpoint/2010/main" val="40569396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a:extLst>
              <a:ext uri="{FF2B5EF4-FFF2-40B4-BE49-F238E27FC236}">
                <a16:creationId xmlns:a16="http://schemas.microsoft.com/office/drawing/2014/main" id="{06011FFF-2674-165D-34AF-E21F119D3215}"/>
              </a:ext>
            </a:extLst>
          </p:cNvPr>
          <p:cNvSpPr>
            <a:spLocks noGrp="1" noChangeArrowheads="1"/>
          </p:cNvSpPr>
          <p:nvPr>
            <p:ph type="title"/>
          </p:nvPr>
        </p:nvSpPr>
        <p:spPr>
          <a:xfrm>
            <a:off x="181897" y="284162"/>
            <a:ext cx="9144000" cy="685800"/>
          </a:xfrm>
          <a:noFill/>
        </p:spPr>
        <p:txBody>
          <a:bodyPr vert="horz" lIns="92075" tIns="46038" rIns="92075" bIns="46038" rtlCol="0" anchor="ctr">
            <a:normAutofit fontScale="90000"/>
          </a:bodyPr>
          <a:lstStyle/>
          <a:p>
            <a:pPr eaLnBrk="1" hangingPunct="1"/>
            <a:r>
              <a:rPr lang="en-US" altLang="en-US" b="1" dirty="0"/>
              <a:t>Evaluating Classifier Accuracy: Bootstrap</a:t>
            </a:r>
            <a:endParaRPr lang="en-US" altLang="en-US" sz="4000" b="1" dirty="0"/>
          </a:p>
        </p:txBody>
      </p:sp>
      <p:sp>
        <p:nvSpPr>
          <p:cNvPr id="54276" name="Slide Number Placeholder 7">
            <a:extLst>
              <a:ext uri="{FF2B5EF4-FFF2-40B4-BE49-F238E27FC236}">
                <a16:creationId xmlns:a16="http://schemas.microsoft.com/office/drawing/2014/main" id="{055DBF29-389B-94E9-C641-4E1FB87319B0}"/>
              </a:ext>
            </a:extLst>
          </p:cNvPr>
          <p:cNvSpPr txBox="1">
            <a:spLocks noGrp="1"/>
          </p:cNvSpPr>
          <p:nvPr/>
        </p:nvSpPr>
        <p:spPr bwMode="auto">
          <a:xfrm>
            <a:off x="8763000" y="6477000"/>
            <a:ext cx="1905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folHlink"/>
              </a:buClr>
              <a:buSzPct val="60000"/>
              <a:buFont typeface="Wingdings" panose="05000000000000000000" pitchFamily="2" charset="2"/>
              <a:buChar char="n"/>
              <a:defRPr sz="2800">
                <a:solidFill>
                  <a:schemeClr val="tx1"/>
                </a:solidFill>
                <a:latin typeface="Calibri" panose="020F050202020403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alibri" panose="020F050202020403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alibri" panose="020F050202020403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alibri" panose="020F050202020403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9pPr>
          </a:lstStyle>
          <a:p>
            <a:pPr algn="r" eaLnBrk="1" hangingPunct="1">
              <a:spcBef>
                <a:spcPct val="0"/>
              </a:spcBef>
              <a:buClrTx/>
              <a:buSzTx/>
              <a:buFontTx/>
              <a:buNone/>
            </a:pPr>
            <a:fld id="{20229168-AB59-4676-842D-EF1379EE661E}" type="slidenum">
              <a:rPr lang="en-US" altLang="en-US" sz="1200" b="1"/>
              <a:pPr algn="r" eaLnBrk="1" hangingPunct="1">
                <a:spcBef>
                  <a:spcPct val="0"/>
                </a:spcBef>
                <a:buClrTx/>
                <a:buSzTx/>
                <a:buFontTx/>
                <a:buNone/>
              </a:pPr>
              <a:t>24</a:t>
            </a:fld>
            <a:endParaRPr lang="en-US" altLang="en-US" sz="1200" b="1"/>
          </a:p>
        </p:txBody>
      </p:sp>
      <p:sp>
        <p:nvSpPr>
          <p:cNvPr id="5" name="TextBox 4">
            <a:extLst>
              <a:ext uri="{FF2B5EF4-FFF2-40B4-BE49-F238E27FC236}">
                <a16:creationId xmlns:a16="http://schemas.microsoft.com/office/drawing/2014/main" id="{1BFE3E1A-7A07-E546-A2A7-4BFA85310389}"/>
              </a:ext>
            </a:extLst>
          </p:cNvPr>
          <p:cNvSpPr txBox="1"/>
          <p:nvPr/>
        </p:nvSpPr>
        <p:spPr>
          <a:xfrm>
            <a:off x="1077685" y="1306354"/>
            <a:ext cx="10091057" cy="5170646"/>
          </a:xfrm>
          <a:prstGeom prst="rect">
            <a:avLst/>
          </a:prstGeom>
          <a:noFill/>
        </p:spPr>
        <p:txBody>
          <a:bodyPr wrap="square">
            <a:spAutoFit/>
          </a:bodyPr>
          <a:lstStyle/>
          <a:p>
            <a:pPr algn="just" fontAlgn="base">
              <a:spcBef>
                <a:spcPts val="1800"/>
              </a:spcBef>
              <a:spcAft>
                <a:spcPts val="1800"/>
              </a:spcAft>
              <a:buNone/>
            </a:pPr>
            <a:r>
              <a:rPr lang="en-GB" sz="2000" b="1" i="0" dirty="0">
                <a:solidFill>
                  <a:srgbClr val="273239"/>
                </a:solidFill>
                <a:effectLst/>
                <a:latin typeface="Nunito" pitchFamily="2" charset="0"/>
              </a:rPr>
              <a:t>Bootstrapping</a:t>
            </a:r>
          </a:p>
          <a:p>
            <a:pPr marL="342900" indent="-342900" algn="just" fontAlgn="base">
              <a:spcAft>
                <a:spcPts val="1800"/>
              </a:spcAft>
              <a:buFont typeface="Arial" panose="020B0604020202020204" pitchFamily="34" charset="0"/>
              <a:buChar char="•"/>
            </a:pPr>
            <a:r>
              <a:rPr lang="en-GB" sz="2000" b="0" i="0" dirty="0">
                <a:solidFill>
                  <a:srgbClr val="273239"/>
                </a:solidFill>
                <a:effectLst/>
                <a:latin typeface="Nunito" pitchFamily="2" charset="0"/>
              </a:rPr>
              <a:t>Bootstrapping is one of the techniques which is used to make the estimations from the data by taking an average of the estimates from smaller data samples.</a:t>
            </a:r>
          </a:p>
          <a:p>
            <a:pPr marL="342900" indent="-342900" algn="just" fontAlgn="base">
              <a:spcAft>
                <a:spcPts val="1800"/>
              </a:spcAft>
              <a:buFont typeface="Arial" panose="020B0604020202020204" pitchFamily="34" charset="0"/>
              <a:buChar char="•"/>
            </a:pPr>
            <a:r>
              <a:rPr lang="en-GB" sz="2000" b="0" i="0" dirty="0">
                <a:solidFill>
                  <a:srgbClr val="273239"/>
                </a:solidFill>
                <a:effectLst/>
                <a:latin typeface="Nunito" pitchFamily="2" charset="0"/>
              </a:rPr>
              <a:t>The bootstrapping method involves the iterative resampling of a dataset with replacement.</a:t>
            </a:r>
          </a:p>
          <a:p>
            <a:pPr marL="342900" indent="-342900" algn="just" fontAlgn="base">
              <a:spcAft>
                <a:spcPts val="1800"/>
              </a:spcAft>
              <a:buFont typeface="Arial" panose="020B0604020202020204" pitchFamily="34" charset="0"/>
              <a:buChar char="•"/>
            </a:pPr>
            <a:r>
              <a:rPr lang="en-GB" sz="2000" b="0" i="0" dirty="0">
                <a:solidFill>
                  <a:srgbClr val="273239"/>
                </a:solidFill>
                <a:effectLst/>
                <a:latin typeface="Nunito" pitchFamily="2" charset="0"/>
              </a:rPr>
              <a:t>On resampling instead of only estimating the statistics once on complete data, we can do it many times.</a:t>
            </a:r>
          </a:p>
          <a:p>
            <a:pPr marL="342900" indent="-342900" algn="just" fontAlgn="base">
              <a:spcAft>
                <a:spcPts val="1800"/>
              </a:spcAft>
              <a:buFont typeface="Arial" panose="020B0604020202020204" pitchFamily="34" charset="0"/>
              <a:buChar char="•"/>
            </a:pPr>
            <a:r>
              <a:rPr lang="en-GB" sz="2000" b="0" i="0" dirty="0">
                <a:solidFill>
                  <a:srgbClr val="273239"/>
                </a:solidFill>
                <a:effectLst/>
                <a:latin typeface="Nunito" pitchFamily="2" charset="0"/>
              </a:rPr>
              <a:t>Repeating this multiple times helps to obtain a vector of estimates.</a:t>
            </a:r>
          </a:p>
          <a:p>
            <a:pPr marL="342900" indent="-342900" algn="just" fontAlgn="base">
              <a:spcAft>
                <a:spcPts val="1800"/>
              </a:spcAft>
              <a:buFont typeface="Arial" panose="020B0604020202020204" pitchFamily="34" charset="0"/>
              <a:buChar char="•"/>
            </a:pPr>
            <a:r>
              <a:rPr lang="en-GB" sz="2000" b="0" i="0" dirty="0">
                <a:solidFill>
                  <a:srgbClr val="273239"/>
                </a:solidFill>
                <a:effectLst/>
                <a:latin typeface="Nunito" pitchFamily="2" charset="0"/>
              </a:rPr>
              <a:t>Bootstrapping can compute variance, expected value, and other relevant statistics of these estimates.</a:t>
            </a:r>
          </a:p>
          <a:p>
            <a:pPr>
              <a:buNone/>
            </a:pPr>
            <a:br>
              <a:rPr lang="en-GB" sz="2000" dirty="0"/>
            </a:br>
            <a:endParaRPr lang="en-IN" sz="2000" dirty="0"/>
          </a:p>
        </p:txBody>
      </p:sp>
    </p:spTree>
  </p:cSld>
  <p:clrMapOvr>
    <a:masterClrMapping/>
  </p:clrMapOvr>
  <p:transition>
    <p:zoom/>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F3F9BC-080A-2A59-668C-D3E75D7248F3}"/>
              </a:ext>
            </a:extLst>
          </p:cNvPr>
          <p:cNvSpPr>
            <a:spLocks noGrp="1"/>
          </p:cNvSpPr>
          <p:nvPr>
            <p:ph type="title"/>
          </p:nvPr>
        </p:nvSpPr>
        <p:spPr>
          <a:xfrm>
            <a:off x="838200" y="2459396"/>
            <a:ext cx="10515600" cy="1325563"/>
          </a:xfrm>
        </p:spPr>
        <p:txBody>
          <a:bodyPr>
            <a:normAutofit/>
          </a:bodyPr>
          <a:lstStyle/>
          <a:p>
            <a:pPr algn="ctr"/>
            <a:r>
              <a:rPr lang="en-US" sz="3200" b="1" dirty="0">
                <a:solidFill>
                  <a:srgbClr val="000000"/>
                </a:solidFill>
                <a:effectLst/>
                <a:latin typeface="Verdana" panose="020B0604030504040204" pitchFamily="34" charset="0"/>
                <a:ea typeface="Segoe UI" panose="020B0502040204020203" pitchFamily="34" charset="0"/>
                <a:cs typeface="Tahoma" panose="020B0604030504040204" pitchFamily="34" charset="0"/>
              </a:rPr>
              <a:t>Techniques to Improve Classification Accuracy</a:t>
            </a:r>
            <a:endParaRPr lang="en-IN" sz="3200" b="1" dirty="0"/>
          </a:p>
        </p:txBody>
      </p:sp>
    </p:spTree>
    <p:extLst>
      <p:ext uri="{BB962C8B-B14F-4D97-AF65-F5344CB8AC3E}">
        <p14:creationId xmlns:p14="http://schemas.microsoft.com/office/powerpoint/2010/main" val="104427301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2706" name="Picture 4">
            <a:extLst>
              <a:ext uri="{FF2B5EF4-FFF2-40B4-BE49-F238E27FC236}">
                <a16:creationId xmlns:a16="http://schemas.microsoft.com/office/drawing/2014/main" id="{DB6D6261-1952-D6CA-FCAF-90F54103787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91200" y="838201"/>
            <a:ext cx="4572000" cy="2163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2707" name="Rectangle 2">
            <a:extLst>
              <a:ext uri="{FF2B5EF4-FFF2-40B4-BE49-F238E27FC236}">
                <a16:creationId xmlns:a16="http://schemas.microsoft.com/office/drawing/2014/main" id="{D1B90797-7751-90C9-00AE-89354E263261}"/>
              </a:ext>
            </a:extLst>
          </p:cNvPr>
          <p:cNvSpPr>
            <a:spLocks noGrp="1" noChangeArrowheads="1"/>
          </p:cNvSpPr>
          <p:nvPr>
            <p:ph type="title"/>
          </p:nvPr>
        </p:nvSpPr>
        <p:spPr>
          <a:xfrm>
            <a:off x="103239" y="243682"/>
            <a:ext cx="9372600" cy="609600"/>
          </a:xfrm>
        </p:spPr>
        <p:txBody>
          <a:bodyPr>
            <a:normAutofit fontScale="90000"/>
          </a:bodyPr>
          <a:lstStyle/>
          <a:p>
            <a:pPr eaLnBrk="1" hangingPunct="1"/>
            <a:r>
              <a:rPr lang="en-US" altLang="en-US" b="1" dirty="0"/>
              <a:t>Ensemble Methods: Increasing the Accuracy</a:t>
            </a:r>
          </a:p>
        </p:txBody>
      </p:sp>
      <p:sp>
        <p:nvSpPr>
          <p:cNvPr id="72708" name="Rectangle 3">
            <a:extLst>
              <a:ext uri="{FF2B5EF4-FFF2-40B4-BE49-F238E27FC236}">
                <a16:creationId xmlns:a16="http://schemas.microsoft.com/office/drawing/2014/main" id="{6ED40C39-48C0-E117-000D-44118F2C9095}"/>
              </a:ext>
            </a:extLst>
          </p:cNvPr>
          <p:cNvSpPr>
            <a:spLocks noGrp="1" noChangeArrowheads="1"/>
          </p:cNvSpPr>
          <p:nvPr>
            <p:ph type="body" idx="1"/>
          </p:nvPr>
        </p:nvSpPr>
        <p:spPr>
          <a:xfrm>
            <a:off x="1828800" y="2590800"/>
            <a:ext cx="8458200" cy="3810000"/>
          </a:xfrm>
        </p:spPr>
        <p:txBody>
          <a:bodyPr/>
          <a:lstStyle/>
          <a:p>
            <a:pPr eaLnBrk="1" hangingPunct="1"/>
            <a:r>
              <a:rPr lang="en-US" altLang="en-US" sz="2400"/>
              <a:t>Ensemble methods</a:t>
            </a:r>
          </a:p>
          <a:p>
            <a:pPr lvl="1" eaLnBrk="1" hangingPunct="1"/>
            <a:r>
              <a:rPr lang="en-US" altLang="en-US"/>
              <a:t>Use a combination of models to increase accuracy</a:t>
            </a:r>
          </a:p>
          <a:p>
            <a:pPr lvl="1" eaLnBrk="1" hangingPunct="1"/>
            <a:r>
              <a:rPr lang="en-US" altLang="en-US"/>
              <a:t>Combine a series of k learned models, M</a:t>
            </a:r>
            <a:r>
              <a:rPr lang="en-US" altLang="en-US" baseline="-25000"/>
              <a:t>1</a:t>
            </a:r>
            <a:r>
              <a:rPr lang="en-US" altLang="en-US"/>
              <a:t>, M</a:t>
            </a:r>
            <a:r>
              <a:rPr lang="en-US" altLang="en-US" baseline="-25000"/>
              <a:t>2</a:t>
            </a:r>
            <a:r>
              <a:rPr lang="en-US" altLang="en-US"/>
              <a:t>, …, M</a:t>
            </a:r>
            <a:r>
              <a:rPr lang="en-US" altLang="en-US" baseline="-25000"/>
              <a:t>k</a:t>
            </a:r>
            <a:r>
              <a:rPr lang="en-US" altLang="en-US"/>
              <a:t>, with the aim of creating an improved model M*</a:t>
            </a:r>
          </a:p>
          <a:p>
            <a:pPr eaLnBrk="1" hangingPunct="1"/>
            <a:r>
              <a:rPr lang="en-US" altLang="en-US" sz="2400"/>
              <a:t>Popular ensemble methods</a:t>
            </a:r>
          </a:p>
          <a:p>
            <a:pPr lvl="1" eaLnBrk="1" hangingPunct="1"/>
            <a:r>
              <a:rPr lang="en-US" altLang="en-US"/>
              <a:t>Bagging: averaging the prediction over a collection of classifiers</a:t>
            </a:r>
          </a:p>
          <a:p>
            <a:pPr lvl="1" eaLnBrk="1" hangingPunct="1"/>
            <a:r>
              <a:rPr lang="en-US" altLang="en-US"/>
              <a:t>Boosting: weighted vote with a collection of classifiers</a:t>
            </a:r>
          </a:p>
          <a:p>
            <a:pPr lvl="1" eaLnBrk="1" hangingPunct="1"/>
            <a:r>
              <a:rPr lang="en-US" altLang="en-US"/>
              <a:t>Ensemble: combining a set of heterogeneous classifiers</a:t>
            </a:r>
          </a:p>
        </p:txBody>
      </p:sp>
      <p:sp>
        <p:nvSpPr>
          <p:cNvPr id="72709" name="Slide Number Placeholder 7">
            <a:extLst>
              <a:ext uri="{FF2B5EF4-FFF2-40B4-BE49-F238E27FC236}">
                <a16:creationId xmlns:a16="http://schemas.microsoft.com/office/drawing/2014/main" id="{3838358D-5B08-30CF-CC0F-0F17176A15D6}"/>
              </a:ext>
            </a:extLst>
          </p:cNvPr>
          <p:cNvSpPr txBox="1">
            <a:spLocks noGrp="1"/>
          </p:cNvSpPr>
          <p:nvPr/>
        </p:nvSpPr>
        <p:spPr bwMode="auto">
          <a:xfrm>
            <a:off x="8763000" y="6477000"/>
            <a:ext cx="1905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folHlink"/>
              </a:buClr>
              <a:buSzPct val="60000"/>
              <a:buFont typeface="Wingdings" panose="05000000000000000000" pitchFamily="2" charset="2"/>
              <a:buChar char="n"/>
              <a:defRPr sz="2800">
                <a:solidFill>
                  <a:schemeClr val="tx1"/>
                </a:solidFill>
                <a:latin typeface="Calibri" panose="020F050202020403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alibri" panose="020F050202020403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alibri" panose="020F050202020403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alibri" panose="020F050202020403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9pPr>
          </a:lstStyle>
          <a:p>
            <a:pPr algn="r" eaLnBrk="1" hangingPunct="1">
              <a:spcBef>
                <a:spcPct val="0"/>
              </a:spcBef>
              <a:buClrTx/>
              <a:buSzTx/>
              <a:buFontTx/>
              <a:buNone/>
            </a:pPr>
            <a:fld id="{03FB9C6E-D679-49F6-AD29-58DE443E6EBA}" type="slidenum">
              <a:rPr lang="en-US" altLang="en-US" sz="1200" b="1"/>
              <a:pPr algn="r" eaLnBrk="1" hangingPunct="1">
                <a:spcBef>
                  <a:spcPct val="0"/>
                </a:spcBef>
                <a:buClrTx/>
                <a:buSzTx/>
                <a:buFontTx/>
                <a:buNone/>
              </a:pPr>
              <a:t>26</a:t>
            </a:fld>
            <a:endParaRPr lang="en-US" altLang="en-US" sz="1200" b="1"/>
          </a:p>
        </p:txBody>
      </p:sp>
    </p:spTree>
    <p:extLst>
      <p:ext uri="{BB962C8B-B14F-4D97-AF65-F5344CB8AC3E}">
        <p14:creationId xmlns:p14="http://schemas.microsoft.com/office/powerpoint/2010/main" val="31379738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5C38CA-E865-444A-99B2-65CCBAE63EC3}"/>
              </a:ext>
            </a:extLst>
          </p:cNvPr>
          <p:cNvSpPr>
            <a:spLocks noGrp="1"/>
          </p:cNvSpPr>
          <p:nvPr>
            <p:ph type="title"/>
          </p:nvPr>
        </p:nvSpPr>
        <p:spPr>
          <a:xfrm>
            <a:off x="106016" y="-4529"/>
            <a:ext cx="10515600" cy="947064"/>
          </a:xfrm>
        </p:spPr>
        <p:txBody>
          <a:bodyPr/>
          <a:lstStyle/>
          <a:p>
            <a:r>
              <a:rPr lang="en-GB" b="1" dirty="0"/>
              <a:t>Ensemble Algorithms</a:t>
            </a:r>
            <a:endParaRPr lang="en-US" b="1" dirty="0"/>
          </a:p>
        </p:txBody>
      </p:sp>
      <p:sp>
        <p:nvSpPr>
          <p:cNvPr id="3" name="Content Placeholder 2">
            <a:extLst>
              <a:ext uri="{FF2B5EF4-FFF2-40B4-BE49-F238E27FC236}">
                <a16:creationId xmlns:a16="http://schemas.microsoft.com/office/drawing/2014/main" id="{35F79623-4B40-4FBE-86A6-5A216C818845}"/>
              </a:ext>
            </a:extLst>
          </p:cNvPr>
          <p:cNvSpPr>
            <a:spLocks noGrp="1"/>
          </p:cNvSpPr>
          <p:nvPr>
            <p:ph idx="1"/>
          </p:nvPr>
        </p:nvSpPr>
        <p:spPr>
          <a:xfrm>
            <a:off x="1394791" y="1343818"/>
            <a:ext cx="9720471" cy="5070234"/>
          </a:xfrm>
        </p:spPr>
        <p:txBody>
          <a:bodyPr>
            <a:noAutofit/>
          </a:bodyPr>
          <a:lstStyle/>
          <a:p>
            <a:pPr marL="0" indent="0">
              <a:buNone/>
            </a:pPr>
            <a:r>
              <a:rPr lang="en-GB" sz="2000" b="0" i="0" dirty="0">
                <a:effectLst/>
              </a:rPr>
              <a:t>These algorithms  combines the decisions from multiple models to improve the overall performance. </a:t>
            </a:r>
          </a:p>
          <a:p>
            <a:pPr marL="0" indent="0">
              <a:buNone/>
            </a:pPr>
            <a:r>
              <a:rPr lang="en-US" altLang="en-US" sz="2000" dirty="0"/>
              <a:t>This approach allows the production of better predictive performance compared to a single model. </a:t>
            </a:r>
          </a:p>
          <a:p>
            <a:pPr marL="0" indent="0">
              <a:buNone/>
            </a:pPr>
            <a:r>
              <a:rPr lang="en-US" altLang="en-US" sz="2000" b="1" dirty="0"/>
              <a:t>Advantage :</a:t>
            </a:r>
            <a:r>
              <a:rPr lang="en-US" altLang="en-US" sz="2000" dirty="0"/>
              <a:t> Improvement in predictive accuracy.</a:t>
            </a:r>
            <a:br>
              <a:rPr lang="en-US" altLang="en-US" sz="2000" dirty="0"/>
            </a:br>
            <a:r>
              <a:rPr lang="en-US" altLang="en-US" sz="2000" b="1" dirty="0"/>
              <a:t>Disadvantage :</a:t>
            </a:r>
            <a:r>
              <a:rPr lang="en-US" altLang="en-US" sz="2000" dirty="0"/>
              <a:t> It is difficult to understand an ensemble of classifiers.</a:t>
            </a:r>
          </a:p>
          <a:p>
            <a:pPr>
              <a:buFont typeface="+mj-lt"/>
              <a:buAutoNum type="arabicPeriod"/>
            </a:pPr>
            <a:r>
              <a:rPr lang="en-US" sz="2000" b="1" i="0" dirty="0">
                <a:effectLst/>
              </a:rPr>
              <a:t>Basic Ensemble Techniques</a:t>
            </a:r>
            <a:br>
              <a:rPr lang="en-US" sz="2000" b="0" i="0" dirty="0">
                <a:effectLst/>
              </a:rPr>
            </a:br>
            <a:r>
              <a:rPr lang="en-US" sz="2000" b="0" i="0" dirty="0">
                <a:effectLst/>
              </a:rPr>
              <a:t>	Max Voting, Averaging, Weighted Average</a:t>
            </a:r>
          </a:p>
          <a:p>
            <a:pPr marL="0" indent="0">
              <a:buNone/>
            </a:pPr>
            <a:r>
              <a:rPr lang="en-US" sz="2000" b="0" i="0" dirty="0">
                <a:effectLst/>
              </a:rPr>
              <a:t>2. </a:t>
            </a:r>
            <a:r>
              <a:rPr lang="en-US" sz="2000" b="1" i="0" dirty="0">
                <a:effectLst/>
              </a:rPr>
              <a:t>Advanced Ensemble Techniques</a:t>
            </a:r>
            <a:br>
              <a:rPr lang="en-US" sz="2000" b="0" i="0" dirty="0">
                <a:effectLst/>
              </a:rPr>
            </a:br>
            <a:r>
              <a:rPr lang="en-US" sz="2000" b="0" i="0" dirty="0">
                <a:effectLst/>
              </a:rPr>
              <a:t>	Stacking, Blending, Bagging, Boosting</a:t>
            </a:r>
          </a:p>
          <a:p>
            <a:pPr marL="0" indent="0">
              <a:buNone/>
            </a:pPr>
            <a:r>
              <a:rPr lang="en-US" sz="2000" b="0" i="0" dirty="0">
                <a:effectLst/>
              </a:rPr>
              <a:t>3. </a:t>
            </a:r>
            <a:r>
              <a:rPr lang="en-US" sz="2000" b="1" i="0" dirty="0">
                <a:effectLst/>
              </a:rPr>
              <a:t>Algorithms based on Bagging and Boosting</a:t>
            </a:r>
            <a:br>
              <a:rPr lang="en-US" sz="2000" b="0" i="0" dirty="0">
                <a:effectLst/>
              </a:rPr>
            </a:br>
            <a:r>
              <a:rPr lang="en-US" sz="2000" b="0" i="0" dirty="0">
                <a:effectLst/>
              </a:rPr>
              <a:t>	Bagging : 	Bagging meta-estimator</a:t>
            </a:r>
            <a:br>
              <a:rPr lang="en-US" sz="2000" b="0" i="0" dirty="0">
                <a:effectLst/>
              </a:rPr>
            </a:br>
            <a:r>
              <a:rPr lang="en-US" sz="2000" b="0" i="0" dirty="0">
                <a:effectLst/>
              </a:rPr>
              <a:t>			</a:t>
            </a:r>
            <a:r>
              <a:rPr lang="en-US" sz="2000" b="1" i="0" dirty="0">
                <a:effectLst/>
              </a:rPr>
              <a:t>Random Forest</a:t>
            </a:r>
            <a:br>
              <a:rPr lang="en-US" sz="2000" b="0" i="0" dirty="0">
                <a:effectLst/>
              </a:rPr>
            </a:br>
            <a:r>
              <a:rPr lang="en-US" sz="2000" b="0" i="0" dirty="0">
                <a:effectLst/>
              </a:rPr>
              <a:t>	Boosting: </a:t>
            </a:r>
            <a:r>
              <a:rPr lang="en-US" sz="2000" dirty="0"/>
              <a:t>	</a:t>
            </a:r>
            <a:r>
              <a:rPr lang="en-US" sz="2000" b="0" i="0" dirty="0">
                <a:effectLst/>
              </a:rPr>
              <a:t>AdaBoost ,GBM, 	XGB, Light GBM, 	</a:t>
            </a:r>
            <a:r>
              <a:rPr lang="en-US" sz="2000" b="0" i="0" dirty="0" err="1">
                <a:effectLst/>
              </a:rPr>
              <a:t>CatBoost</a:t>
            </a:r>
            <a:endParaRPr lang="en-US" sz="2000" b="0" i="0" dirty="0">
              <a:effectLst/>
            </a:endParaRPr>
          </a:p>
          <a:p>
            <a:endParaRPr lang="en-US" sz="2000" dirty="0"/>
          </a:p>
        </p:txBody>
      </p:sp>
      <p:sp>
        <p:nvSpPr>
          <p:cNvPr id="6" name="Slide Number Placeholder 5">
            <a:extLst>
              <a:ext uri="{FF2B5EF4-FFF2-40B4-BE49-F238E27FC236}">
                <a16:creationId xmlns:a16="http://schemas.microsoft.com/office/drawing/2014/main" id="{481CD823-79D6-44C2-A7DE-CD97AF56B23E}"/>
              </a:ext>
            </a:extLst>
          </p:cNvPr>
          <p:cNvSpPr>
            <a:spLocks noGrp="1"/>
          </p:cNvSpPr>
          <p:nvPr>
            <p:ph type="sldNum" sz="quarter" idx="12"/>
          </p:nvPr>
        </p:nvSpPr>
        <p:spPr/>
        <p:txBody>
          <a:bodyPr/>
          <a:lstStyle/>
          <a:p>
            <a:fld id="{361A9AFC-801F-4763-A8B5-F83A92A5C7F5}" type="slidenum">
              <a:rPr lang="en-US" smtClean="0"/>
              <a:t>27</a:t>
            </a:fld>
            <a:endParaRPr lang="en-US"/>
          </a:p>
        </p:txBody>
      </p:sp>
      <p:sp>
        <p:nvSpPr>
          <p:cNvPr id="5" name="Rectangle 4">
            <a:extLst>
              <a:ext uri="{FF2B5EF4-FFF2-40B4-BE49-F238E27FC236}">
                <a16:creationId xmlns:a16="http://schemas.microsoft.com/office/drawing/2014/main" id="{F5E26587-74C7-48EB-B5EC-544571C25C0D}"/>
              </a:ext>
            </a:extLst>
          </p:cNvPr>
          <p:cNvSpPr/>
          <p:nvPr/>
        </p:nvSpPr>
        <p:spPr>
          <a:xfrm>
            <a:off x="106016" y="65449"/>
            <a:ext cx="11966713" cy="6727102"/>
          </a:xfrm>
          <a:prstGeom prst="rect">
            <a:avLst/>
          </a:prstGeom>
          <a:noFill/>
          <a:ln>
            <a:solidFill>
              <a:schemeClr val="tx1"/>
            </a:solidFill>
          </a:ln>
          <a:effectLst>
            <a:outerShdw blurRad="50800" dist="50800" dir="5400000" sx="1000" sy="1000" algn="ctr" rotWithShape="0">
              <a:srgbClr val="000000">
                <a:alpha val="43137"/>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Connector 9">
            <a:extLst>
              <a:ext uri="{FF2B5EF4-FFF2-40B4-BE49-F238E27FC236}">
                <a16:creationId xmlns:a16="http://schemas.microsoft.com/office/drawing/2014/main" id="{55735595-696B-42A7-A071-E02AA0BCEFDF}"/>
              </a:ext>
            </a:extLst>
          </p:cNvPr>
          <p:cNvCxnSpPr/>
          <p:nvPr/>
        </p:nvCxnSpPr>
        <p:spPr>
          <a:xfrm flipV="1">
            <a:off x="106016" y="689317"/>
            <a:ext cx="11979968" cy="98474"/>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4639401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4970FC-73AE-4EEA-84A9-2BF7FC7007F3}"/>
              </a:ext>
            </a:extLst>
          </p:cNvPr>
          <p:cNvSpPr>
            <a:spLocks noGrp="1"/>
          </p:cNvSpPr>
          <p:nvPr>
            <p:ph type="title"/>
          </p:nvPr>
        </p:nvSpPr>
        <p:spPr>
          <a:xfrm>
            <a:off x="135835" y="113335"/>
            <a:ext cx="10515600" cy="721764"/>
          </a:xfrm>
        </p:spPr>
        <p:txBody>
          <a:bodyPr/>
          <a:lstStyle/>
          <a:p>
            <a:r>
              <a:rPr lang="en-US" b="1" i="0" dirty="0">
                <a:effectLst/>
              </a:rPr>
              <a:t>Why do ensembles work?</a:t>
            </a:r>
            <a:endParaRPr lang="en-US" dirty="0"/>
          </a:p>
        </p:txBody>
      </p:sp>
      <p:sp>
        <p:nvSpPr>
          <p:cNvPr id="3" name="Content Placeholder 2">
            <a:extLst>
              <a:ext uri="{FF2B5EF4-FFF2-40B4-BE49-F238E27FC236}">
                <a16:creationId xmlns:a16="http://schemas.microsoft.com/office/drawing/2014/main" id="{68345F4B-64E2-4B83-9664-256A7A997A13}"/>
              </a:ext>
            </a:extLst>
          </p:cNvPr>
          <p:cNvSpPr>
            <a:spLocks noGrp="1"/>
          </p:cNvSpPr>
          <p:nvPr>
            <p:ph idx="1"/>
          </p:nvPr>
        </p:nvSpPr>
        <p:spPr>
          <a:xfrm>
            <a:off x="1222513" y="1420055"/>
            <a:ext cx="9273209" cy="4351338"/>
          </a:xfrm>
        </p:spPr>
        <p:txBody>
          <a:bodyPr>
            <a:noAutofit/>
          </a:bodyPr>
          <a:lstStyle/>
          <a:p>
            <a:pPr marL="0" indent="0" fontAlgn="base">
              <a:buNone/>
            </a:pPr>
            <a:r>
              <a:rPr lang="en-GB" sz="2400" b="1" i="0" dirty="0">
                <a:effectLst/>
              </a:rPr>
              <a:t>It address the following problems</a:t>
            </a:r>
          </a:p>
          <a:p>
            <a:pPr fontAlgn="base">
              <a:buFont typeface="Arial" panose="020B0604020202020204" pitchFamily="34" charset="0"/>
              <a:buChar char="•"/>
            </a:pPr>
            <a:r>
              <a:rPr lang="en-GB" sz="2400" b="1" i="0" dirty="0">
                <a:effectLst/>
              </a:rPr>
              <a:t>Statistical Problem </a:t>
            </a:r>
            <a:br>
              <a:rPr lang="en-GB" sz="2400" b="0" i="0" dirty="0">
                <a:effectLst/>
              </a:rPr>
            </a:br>
            <a:r>
              <a:rPr lang="en-GB" sz="2400" b="0" i="0" dirty="0">
                <a:effectLst/>
              </a:rPr>
              <a:t>The Computational Problem arises when the learning algorithm cannot guarantees finding the best hypothesis.</a:t>
            </a:r>
          </a:p>
          <a:p>
            <a:pPr marL="0" indent="0" fontAlgn="base">
              <a:buNone/>
            </a:pPr>
            <a:endParaRPr lang="en-GB" sz="2400" b="0" i="0" dirty="0">
              <a:effectLst/>
            </a:endParaRPr>
          </a:p>
          <a:p>
            <a:pPr fontAlgn="base">
              <a:buFont typeface="Arial" panose="020B0604020202020204" pitchFamily="34" charset="0"/>
              <a:buChar char="•"/>
            </a:pPr>
            <a:r>
              <a:rPr lang="en-GB" sz="2400" b="1" i="0" dirty="0">
                <a:effectLst/>
              </a:rPr>
              <a:t>Representational Problem </a:t>
            </a:r>
            <a:br>
              <a:rPr lang="en-GB" sz="2400" b="0" i="0" dirty="0">
                <a:effectLst/>
              </a:rPr>
            </a:br>
            <a:r>
              <a:rPr lang="en-GB" sz="2400" b="0" i="0" dirty="0">
                <a:effectLst/>
              </a:rPr>
              <a:t>The Representational Problem arises when the hypothesis space does not contain any good approximation of the target class(es).</a:t>
            </a:r>
          </a:p>
          <a:p>
            <a:pPr marL="0" indent="0">
              <a:buNone/>
            </a:pPr>
            <a:endParaRPr lang="en-US" sz="2400" dirty="0"/>
          </a:p>
        </p:txBody>
      </p:sp>
      <p:sp>
        <p:nvSpPr>
          <p:cNvPr id="4" name="Slide Number Placeholder 3">
            <a:extLst>
              <a:ext uri="{FF2B5EF4-FFF2-40B4-BE49-F238E27FC236}">
                <a16:creationId xmlns:a16="http://schemas.microsoft.com/office/drawing/2014/main" id="{A567CC73-F163-47D7-9BA4-5F51F1FAD923}"/>
              </a:ext>
            </a:extLst>
          </p:cNvPr>
          <p:cNvSpPr>
            <a:spLocks noGrp="1"/>
          </p:cNvSpPr>
          <p:nvPr>
            <p:ph type="sldNum" sz="quarter" idx="12"/>
          </p:nvPr>
        </p:nvSpPr>
        <p:spPr/>
        <p:txBody>
          <a:bodyPr/>
          <a:lstStyle/>
          <a:p>
            <a:fld id="{361A9AFC-801F-4763-A8B5-F83A92A5C7F5}" type="slidenum">
              <a:rPr lang="en-US" smtClean="0"/>
              <a:t>28</a:t>
            </a:fld>
            <a:endParaRPr lang="en-US"/>
          </a:p>
        </p:txBody>
      </p:sp>
      <p:sp>
        <p:nvSpPr>
          <p:cNvPr id="5" name="Rectangle 4">
            <a:extLst>
              <a:ext uri="{FF2B5EF4-FFF2-40B4-BE49-F238E27FC236}">
                <a16:creationId xmlns:a16="http://schemas.microsoft.com/office/drawing/2014/main" id="{EF407E37-27D4-4260-89FF-80EAD2A4058D}"/>
              </a:ext>
            </a:extLst>
          </p:cNvPr>
          <p:cNvSpPr/>
          <p:nvPr/>
        </p:nvSpPr>
        <p:spPr>
          <a:xfrm>
            <a:off x="106016" y="65449"/>
            <a:ext cx="11966713" cy="6727102"/>
          </a:xfrm>
          <a:prstGeom prst="rect">
            <a:avLst/>
          </a:prstGeom>
          <a:noFill/>
          <a:ln>
            <a:solidFill>
              <a:schemeClr val="tx1"/>
            </a:solidFill>
          </a:ln>
          <a:effectLst>
            <a:outerShdw blurRad="50800" dist="50800" dir="5400000" sx="1000" sy="1000" algn="ctr" rotWithShape="0">
              <a:srgbClr val="000000">
                <a:alpha val="43137"/>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id="{FBA038C4-91FE-4E5F-9729-50BF8050D57A}"/>
              </a:ext>
            </a:extLst>
          </p:cNvPr>
          <p:cNvCxnSpPr/>
          <p:nvPr/>
        </p:nvCxnSpPr>
        <p:spPr>
          <a:xfrm flipV="1">
            <a:off x="106016" y="689317"/>
            <a:ext cx="11979968" cy="98474"/>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257809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DC1C92-87AF-42D9-9321-4FB49FE51535}"/>
              </a:ext>
            </a:extLst>
          </p:cNvPr>
          <p:cNvSpPr>
            <a:spLocks noGrp="1"/>
          </p:cNvSpPr>
          <p:nvPr>
            <p:ph type="title"/>
          </p:nvPr>
        </p:nvSpPr>
        <p:spPr>
          <a:xfrm>
            <a:off x="255104" y="223777"/>
            <a:ext cx="10515600" cy="253116"/>
          </a:xfrm>
        </p:spPr>
        <p:txBody>
          <a:bodyPr>
            <a:normAutofit fontScale="90000"/>
          </a:bodyPr>
          <a:lstStyle/>
          <a:p>
            <a:r>
              <a:rPr lang="en-GB" b="1" dirty="0">
                <a:effectLst/>
              </a:rPr>
              <a:t>Types of ensemble method</a:t>
            </a:r>
            <a:endParaRPr lang="en-US" b="1" dirty="0"/>
          </a:p>
        </p:txBody>
      </p:sp>
      <p:sp>
        <p:nvSpPr>
          <p:cNvPr id="3" name="Content Placeholder 2">
            <a:extLst>
              <a:ext uri="{FF2B5EF4-FFF2-40B4-BE49-F238E27FC236}">
                <a16:creationId xmlns:a16="http://schemas.microsoft.com/office/drawing/2014/main" id="{5E468558-62E5-4A60-BFB4-1970971C3108}"/>
              </a:ext>
            </a:extLst>
          </p:cNvPr>
          <p:cNvSpPr>
            <a:spLocks noGrp="1"/>
          </p:cNvSpPr>
          <p:nvPr>
            <p:ph idx="1"/>
          </p:nvPr>
        </p:nvSpPr>
        <p:spPr>
          <a:xfrm>
            <a:off x="838200" y="1253331"/>
            <a:ext cx="10515600" cy="4351338"/>
          </a:xfrm>
        </p:spPr>
        <p:txBody>
          <a:bodyPr>
            <a:noAutofit/>
          </a:bodyPr>
          <a:lstStyle/>
          <a:p>
            <a:pPr marL="0" indent="0" algn="just">
              <a:buNone/>
            </a:pPr>
            <a:endParaRPr lang="en-GB" sz="2400" i="0" dirty="0">
              <a:effectLst/>
            </a:endParaRPr>
          </a:p>
          <a:p>
            <a:pPr marL="0" indent="0" algn="just">
              <a:buNone/>
            </a:pPr>
            <a:r>
              <a:rPr lang="en-GB" sz="2400" i="0" dirty="0">
                <a:effectLst/>
              </a:rPr>
              <a:t>There are many ensemble techniques available, but we will discuss about the below two most widely used methods:</a:t>
            </a:r>
          </a:p>
          <a:p>
            <a:pPr marL="0" indent="0" algn="just">
              <a:buNone/>
            </a:pPr>
            <a:r>
              <a:rPr lang="en-GB" sz="2400" b="1" i="0" dirty="0">
                <a:effectLst/>
              </a:rPr>
              <a:t>		1. Bagging</a:t>
            </a:r>
          </a:p>
          <a:p>
            <a:pPr marL="0" indent="0" algn="just">
              <a:buNone/>
            </a:pPr>
            <a:r>
              <a:rPr lang="en-GB" sz="2400" b="1" i="0" dirty="0">
                <a:effectLst/>
              </a:rPr>
              <a:t>		2. Boosting</a:t>
            </a:r>
          </a:p>
          <a:p>
            <a:pPr marL="0" indent="0" algn="just">
              <a:buNone/>
            </a:pPr>
            <a:r>
              <a:rPr lang="en-GB" sz="2400" i="0" dirty="0">
                <a:effectLst/>
              </a:rPr>
              <a:t>Let us first understand the similarities and differences between both terminologies.</a:t>
            </a:r>
          </a:p>
          <a:p>
            <a:pPr algn="just"/>
            <a:r>
              <a:rPr lang="en-GB" sz="2400" i="0" dirty="0">
                <a:effectLst/>
              </a:rPr>
              <a:t>Both the methods can be used for classification (discrete output) and regression (continuous output) problems.</a:t>
            </a:r>
          </a:p>
          <a:p>
            <a:pPr algn="just"/>
            <a:r>
              <a:rPr lang="en-GB" sz="2400" i="0" dirty="0">
                <a:effectLst/>
              </a:rPr>
              <a:t>­Both methods are better in performance compared to single models as they aggregate the output of all the weak learners via voting thereby leading to more accuracy in the predictions.</a:t>
            </a:r>
          </a:p>
          <a:p>
            <a:pPr algn="just"/>
            <a:endParaRPr lang="en-US" sz="2400" dirty="0"/>
          </a:p>
        </p:txBody>
      </p:sp>
      <p:sp>
        <p:nvSpPr>
          <p:cNvPr id="4" name="Slide Number Placeholder 3">
            <a:extLst>
              <a:ext uri="{FF2B5EF4-FFF2-40B4-BE49-F238E27FC236}">
                <a16:creationId xmlns:a16="http://schemas.microsoft.com/office/drawing/2014/main" id="{ACF5ED05-700C-47C5-BBF2-44C5372F25B9}"/>
              </a:ext>
            </a:extLst>
          </p:cNvPr>
          <p:cNvSpPr>
            <a:spLocks noGrp="1"/>
          </p:cNvSpPr>
          <p:nvPr>
            <p:ph type="sldNum" sz="quarter" idx="12"/>
          </p:nvPr>
        </p:nvSpPr>
        <p:spPr/>
        <p:txBody>
          <a:bodyPr/>
          <a:lstStyle/>
          <a:p>
            <a:fld id="{361A9AFC-801F-4763-A8B5-F83A92A5C7F5}" type="slidenum">
              <a:rPr lang="en-US" smtClean="0"/>
              <a:t>29</a:t>
            </a:fld>
            <a:endParaRPr lang="en-US"/>
          </a:p>
        </p:txBody>
      </p:sp>
      <p:sp>
        <p:nvSpPr>
          <p:cNvPr id="5" name="Rectangle 4">
            <a:extLst>
              <a:ext uri="{FF2B5EF4-FFF2-40B4-BE49-F238E27FC236}">
                <a16:creationId xmlns:a16="http://schemas.microsoft.com/office/drawing/2014/main" id="{DAD9C51A-CE2F-4DD9-837A-CF0E574848D5}"/>
              </a:ext>
            </a:extLst>
          </p:cNvPr>
          <p:cNvSpPr/>
          <p:nvPr/>
        </p:nvSpPr>
        <p:spPr>
          <a:xfrm>
            <a:off x="106016" y="65449"/>
            <a:ext cx="11966713" cy="6727102"/>
          </a:xfrm>
          <a:prstGeom prst="rect">
            <a:avLst/>
          </a:prstGeom>
          <a:noFill/>
          <a:ln>
            <a:solidFill>
              <a:schemeClr val="tx1"/>
            </a:solidFill>
          </a:ln>
          <a:effectLst>
            <a:outerShdw blurRad="50800" dist="50800" dir="5400000" sx="1000" sy="1000" algn="ctr" rotWithShape="0">
              <a:srgbClr val="000000">
                <a:alpha val="43137"/>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id="{146FEB41-4C65-4CB8-9D49-756768861FA8}"/>
              </a:ext>
            </a:extLst>
          </p:cNvPr>
          <p:cNvCxnSpPr/>
          <p:nvPr/>
        </p:nvCxnSpPr>
        <p:spPr>
          <a:xfrm flipV="1">
            <a:off x="106016" y="689317"/>
            <a:ext cx="11979968" cy="98474"/>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5126584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32DA5B-2556-41E4-8734-93AC3331ECF6}"/>
              </a:ext>
            </a:extLst>
          </p:cNvPr>
          <p:cNvSpPr>
            <a:spLocks noGrp="1"/>
          </p:cNvSpPr>
          <p:nvPr>
            <p:ph type="title"/>
          </p:nvPr>
        </p:nvSpPr>
        <p:spPr>
          <a:xfrm>
            <a:off x="119271" y="136525"/>
            <a:ext cx="10515600" cy="430209"/>
          </a:xfrm>
        </p:spPr>
        <p:txBody>
          <a:bodyPr>
            <a:normAutofit fontScale="90000"/>
          </a:bodyPr>
          <a:lstStyle/>
          <a:p>
            <a:r>
              <a:rPr lang="en-GB" b="1" dirty="0"/>
              <a:t>Bagging(</a:t>
            </a:r>
            <a:r>
              <a:rPr lang="en-GB" b="1" i="0" dirty="0">
                <a:effectLst/>
              </a:rPr>
              <a:t> Bootstrap Aggregation)</a:t>
            </a:r>
            <a:endParaRPr lang="en-US" b="1" dirty="0"/>
          </a:p>
        </p:txBody>
      </p:sp>
      <p:sp>
        <p:nvSpPr>
          <p:cNvPr id="3" name="Content Placeholder 2">
            <a:extLst>
              <a:ext uri="{FF2B5EF4-FFF2-40B4-BE49-F238E27FC236}">
                <a16:creationId xmlns:a16="http://schemas.microsoft.com/office/drawing/2014/main" id="{86806219-7568-466A-8343-095C792E365B}"/>
              </a:ext>
            </a:extLst>
          </p:cNvPr>
          <p:cNvSpPr>
            <a:spLocks noGrp="1"/>
          </p:cNvSpPr>
          <p:nvPr>
            <p:ph idx="1"/>
          </p:nvPr>
        </p:nvSpPr>
        <p:spPr>
          <a:xfrm>
            <a:off x="1520687" y="1253331"/>
            <a:ext cx="9670774" cy="4351338"/>
          </a:xfrm>
        </p:spPr>
        <p:txBody>
          <a:bodyPr>
            <a:normAutofit/>
          </a:bodyPr>
          <a:lstStyle/>
          <a:p>
            <a:pPr marL="0" indent="0" algn="just">
              <a:buNone/>
            </a:pPr>
            <a:br>
              <a:rPr lang="en-GB" sz="2400" dirty="0"/>
            </a:br>
            <a:r>
              <a:rPr lang="en-GB" sz="2400" b="0" i="0" dirty="0">
                <a:effectLst/>
              </a:rPr>
              <a:t>Bagging (Bootstrap Aggregation) is used to reduce the variance of a decision tree. Suppose a set D of d tuples, at each iteration </a:t>
            </a:r>
            <a:r>
              <a:rPr lang="en-GB" sz="2400" b="0" i="1" dirty="0" err="1">
                <a:effectLst/>
              </a:rPr>
              <a:t>i</a:t>
            </a:r>
            <a:r>
              <a:rPr lang="en-GB" sz="2400" b="0" i="0" dirty="0">
                <a:effectLst/>
              </a:rPr>
              <a:t>, a training set D</a:t>
            </a:r>
            <a:r>
              <a:rPr lang="en-GB" sz="2400" b="0" i="0" baseline="-25000" dirty="0">
                <a:effectLst/>
              </a:rPr>
              <a:t>i</a:t>
            </a:r>
            <a:r>
              <a:rPr lang="en-GB" sz="2400" b="0" i="0" dirty="0">
                <a:effectLst/>
              </a:rPr>
              <a:t> of d tuples is sampled with replacement from D (i.e., bootstrap). </a:t>
            </a:r>
          </a:p>
          <a:p>
            <a:pPr marL="0" indent="0" algn="just">
              <a:buNone/>
            </a:pPr>
            <a:r>
              <a:rPr lang="en-GB" sz="2400" b="0" i="0" dirty="0">
                <a:effectLst/>
              </a:rPr>
              <a:t>Then a classifier model M</a:t>
            </a:r>
            <a:r>
              <a:rPr lang="en-GB" sz="2400" b="0" i="0" baseline="-25000" dirty="0">
                <a:effectLst/>
              </a:rPr>
              <a:t>i</a:t>
            </a:r>
            <a:r>
              <a:rPr lang="en-GB" sz="2400" b="0" i="0" dirty="0">
                <a:effectLst/>
              </a:rPr>
              <a:t> is learned for each training set D &lt; </a:t>
            </a:r>
            <a:r>
              <a:rPr lang="en-GB" sz="2400" b="0" i="0" dirty="0" err="1">
                <a:effectLst/>
              </a:rPr>
              <a:t>i</a:t>
            </a:r>
            <a:r>
              <a:rPr lang="en-GB" sz="2400" b="0" i="0" dirty="0">
                <a:effectLst/>
              </a:rPr>
              <a:t>. </a:t>
            </a:r>
          </a:p>
          <a:p>
            <a:pPr marL="0" indent="0" algn="just">
              <a:buNone/>
            </a:pPr>
            <a:r>
              <a:rPr lang="en-GB" sz="2400" b="0" i="0" dirty="0">
                <a:effectLst/>
              </a:rPr>
              <a:t>Each classifier M</a:t>
            </a:r>
            <a:r>
              <a:rPr lang="en-GB" sz="2400" b="0" i="0" baseline="-25000" dirty="0">
                <a:effectLst/>
              </a:rPr>
              <a:t>i</a:t>
            </a:r>
            <a:r>
              <a:rPr lang="en-GB" sz="2400" b="0" i="0" dirty="0">
                <a:effectLst/>
              </a:rPr>
              <a:t> returns its class prediction. </a:t>
            </a:r>
          </a:p>
          <a:p>
            <a:pPr marL="0" indent="0" algn="just">
              <a:buNone/>
            </a:pPr>
            <a:r>
              <a:rPr lang="en-GB" sz="2400" b="0" i="0" dirty="0">
                <a:effectLst/>
              </a:rPr>
              <a:t>The bagged classifier M* counts the votes and assigns the class with the most votes to X (unknown sample).</a:t>
            </a:r>
            <a:endParaRPr lang="en-US" sz="2400" dirty="0"/>
          </a:p>
        </p:txBody>
      </p:sp>
      <p:sp>
        <p:nvSpPr>
          <p:cNvPr id="4" name="Slide Number Placeholder 3">
            <a:extLst>
              <a:ext uri="{FF2B5EF4-FFF2-40B4-BE49-F238E27FC236}">
                <a16:creationId xmlns:a16="http://schemas.microsoft.com/office/drawing/2014/main" id="{8874067C-14E9-4089-946D-601D945FF156}"/>
              </a:ext>
            </a:extLst>
          </p:cNvPr>
          <p:cNvSpPr>
            <a:spLocks noGrp="1"/>
          </p:cNvSpPr>
          <p:nvPr>
            <p:ph type="sldNum" sz="quarter" idx="12"/>
          </p:nvPr>
        </p:nvSpPr>
        <p:spPr/>
        <p:txBody>
          <a:bodyPr/>
          <a:lstStyle/>
          <a:p>
            <a:fld id="{361A9AFC-801F-4763-A8B5-F83A92A5C7F5}" type="slidenum">
              <a:rPr lang="en-US" smtClean="0"/>
              <a:t>30</a:t>
            </a:fld>
            <a:endParaRPr lang="en-US"/>
          </a:p>
        </p:txBody>
      </p:sp>
      <p:sp>
        <p:nvSpPr>
          <p:cNvPr id="5" name="Rectangle 4">
            <a:extLst>
              <a:ext uri="{FF2B5EF4-FFF2-40B4-BE49-F238E27FC236}">
                <a16:creationId xmlns:a16="http://schemas.microsoft.com/office/drawing/2014/main" id="{EA69CB37-B9AC-4889-A12E-9C3FAF10F07A}"/>
              </a:ext>
            </a:extLst>
          </p:cNvPr>
          <p:cNvSpPr/>
          <p:nvPr/>
        </p:nvSpPr>
        <p:spPr>
          <a:xfrm>
            <a:off x="106016" y="65449"/>
            <a:ext cx="11966713" cy="6727102"/>
          </a:xfrm>
          <a:prstGeom prst="rect">
            <a:avLst/>
          </a:prstGeom>
          <a:noFill/>
          <a:ln>
            <a:solidFill>
              <a:schemeClr val="tx1"/>
            </a:solidFill>
          </a:ln>
          <a:effectLst>
            <a:outerShdw blurRad="50800" dist="50800" dir="5400000" sx="1000" sy="1000" algn="ctr" rotWithShape="0">
              <a:srgbClr val="000000">
                <a:alpha val="43137"/>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id="{A034D4E0-559F-41D6-BE1F-B92C8E8327C2}"/>
              </a:ext>
            </a:extLst>
          </p:cNvPr>
          <p:cNvCxnSpPr/>
          <p:nvPr/>
        </p:nvCxnSpPr>
        <p:spPr>
          <a:xfrm flipV="1">
            <a:off x="106016" y="689317"/>
            <a:ext cx="11979968" cy="98474"/>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892015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3B804D-0608-46AB-8ED7-822FE1627977}"/>
              </a:ext>
            </a:extLst>
          </p:cNvPr>
          <p:cNvSpPr>
            <a:spLocks noGrp="1"/>
          </p:cNvSpPr>
          <p:nvPr>
            <p:ph type="title"/>
          </p:nvPr>
        </p:nvSpPr>
        <p:spPr>
          <a:xfrm>
            <a:off x="0" y="18256"/>
            <a:ext cx="10515600" cy="935620"/>
          </a:xfrm>
        </p:spPr>
        <p:txBody>
          <a:bodyPr/>
          <a:lstStyle/>
          <a:p>
            <a:r>
              <a:rPr lang="en-GB" b="1" i="0" dirty="0">
                <a:effectLst/>
              </a:rPr>
              <a:t>Implementation steps of Bagging(Bootstrap)</a:t>
            </a:r>
            <a:endParaRPr lang="en-US" b="1" dirty="0"/>
          </a:p>
        </p:txBody>
      </p:sp>
      <p:sp>
        <p:nvSpPr>
          <p:cNvPr id="3" name="Content Placeholder 2">
            <a:extLst>
              <a:ext uri="{FF2B5EF4-FFF2-40B4-BE49-F238E27FC236}">
                <a16:creationId xmlns:a16="http://schemas.microsoft.com/office/drawing/2014/main" id="{04E1F603-E6A7-4A0D-8580-BE2461E45D35}"/>
              </a:ext>
            </a:extLst>
          </p:cNvPr>
          <p:cNvSpPr>
            <a:spLocks noGrp="1"/>
          </p:cNvSpPr>
          <p:nvPr>
            <p:ph idx="1"/>
          </p:nvPr>
        </p:nvSpPr>
        <p:spPr>
          <a:xfrm>
            <a:off x="413990" y="1552787"/>
            <a:ext cx="6408842" cy="4351338"/>
          </a:xfrm>
        </p:spPr>
        <p:txBody>
          <a:bodyPr>
            <a:normAutofit fontScale="92500" lnSpcReduction="10000"/>
          </a:bodyPr>
          <a:lstStyle/>
          <a:p>
            <a:pPr algn="just" fontAlgn="base">
              <a:buFont typeface="+mj-lt"/>
              <a:buAutoNum type="arabicPeriod"/>
            </a:pPr>
            <a:r>
              <a:rPr lang="en-GB" b="0" i="0" dirty="0">
                <a:effectLst/>
                <a:latin typeface="urw-din"/>
              </a:rPr>
              <a:t>Multiple subsets are created from the original data set with equal tuples, selecting observations with replacement.(Row sampling replacement)</a:t>
            </a:r>
          </a:p>
          <a:p>
            <a:pPr algn="just" fontAlgn="base">
              <a:buFont typeface="+mj-lt"/>
              <a:buAutoNum type="arabicPeriod"/>
            </a:pPr>
            <a:r>
              <a:rPr lang="en-GB" b="0" i="0" dirty="0">
                <a:effectLst/>
                <a:latin typeface="urw-din"/>
              </a:rPr>
              <a:t>A base model is created on each of these subsets.</a:t>
            </a:r>
          </a:p>
          <a:p>
            <a:pPr algn="just" fontAlgn="base">
              <a:buFont typeface="+mj-lt"/>
              <a:buAutoNum type="arabicPeriod"/>
            </a:pPr>
            <a:r>
              <a:rPr lang="en-GB" b="0" i="0" dirty="0">
                <a:effectLst/>
                <a:latin typeface="urw-din"/>
              </a:rPr>
              <a:t>Each model is learned in parallel from each training set and independent of each other.</a:t>
            </a:r>
          </a:p>
          <a:p>
            <a:pPr algn="just" fontAlgn="base">
              <a:buFont typeface="+mj-lt"/>
              <a:buAutoNum type="arabicPeriod"/>
            </a:pPr>
            <a:r>
              <a:rPr lang="en-GB" b="0" i="0" dirty="0">
                <a:effectLst/>
                <a:latin typeface="urw-din"/>
              </a:rPr>
              <a:t>The final predictions are determined by combining the predictions from all the models. </a:t>
            </a:r>
            <a:r>
              <a:rPr lang="en-GB" dirty="0">
                <a:latin typeface="urw-din"/>
              </a:rPr>
              <a:t>Classify by majority voting</a:t>
            </a:r>
            <a:endParaRPr lang="en-GB" b="0" i="0" dirty="0">
              <a:effectLst/>
              <a:latin typeface="urw-din"/>
            </a:endParaRPr>
          </a:p>
          <a:p>
            <a:pPr algn="just"/>
            <a:endParaRPr lang="en-US" dirty="0"/>
          </a:p>
        </p:txBody>
      </p:sp>
      <p:sp>
        <p:nvSpPr>
          <p:cNvPr id="4" name="Slide Number Placeholder 3">
            <a:extLst>
              <a:ext uri="{FF2B5EF4-FFF2-40B4-BE49-F238E27FC236}">
                <a16:creationId xmlns:a16="http://schemas.microsoft.com/office/drawing/2014/main" id="{91D51FDD-A308-49AE-B6CA-9E9F71F0D81D}"/>
              </a:ext>
            </a:extLst>
          </p:cNvPr>
          <p:cNvSpPr>
            <a:spLocks noGrp="1"/>
          </p:cNvSpPr>
          <p:nvPr>
            <p:ph type="sldNum" sz="quarter" idx="12"/>
          </p:nvPr>
        </p:nvSpPr>
        <p:spPr/>
        <p:txBody>
          <a:bodyPr/>
          <a:lstStyle/>
          <a:p>
            <a:fld id="{361A9AFC-801F-4763-A8B5-F83A92A5C7F5}" type="slidenum">
              <a:rPr lang="en-US" smtClean="0"/>
              <a:t>31</a:t>
            </a:fld>
            <a:endParaRPr lang="en-US"/>
          </a:p>
        </p:txBody>
      </p:sp>
      <p:pic>
        <p:nvPicPr>
          <p:cNvPr id="7" name="Picture 6" descr="Diagram&#10;&#10;Description automatically generated">
            <a:extLst>
              <a:ext uri="{FF2B5EF4-FFF2-40B4-BE49-F238E27FC236}">
                <a16:creationId xmlns:a16="http://schemas.microsoft.com/office/drawing/2014/main" id="{9ABF4D5A-8BFF-4A66-A593-F7532A6F4DD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33846" y="1918896"/>
            <a:ext cx="4891454" cy="3985229"/>
          </a:xfrm>
          <a:prstGeom prst="rect">
            <a:avLst/>
          </a:prstGeom>
        </p:spPr>
      </p:pic>
      <p:sp>
        <p:nvSpPr>
          <p:cNvPr id="6" name="Rectangle 5">
            <a:extLst>
              <a:ext uri="{FF2B5EF4-FFF2-40B4-BE49-F238E27FC236}">
                <a16:creationId xmlns:a16="http://schemas.microsoft.com/office/drawing/2014/main" id="{3DB9BAB5-CE10-4366-BFC0-94DB8DD145A7}"/>
              </a:ext>
            </a:extLst>
          </p:cNvPr>
          <p:cNvSpPr/>
          <p:nvPr/>
        </p:nvSpPr>
        <p:spPr>
          <a:xfrm>
            <a:off x="106016" y="65449"/>
            <a:ext cx="11966713" cy="6727102"/>
          </a:xfrm>
          <a:prstGeom prst="rect">
            <a:avLst/>
          </a:prstGeom>
          <a:noFill/>
          <a:ln>
            <a:solidFill>
              <a:schemeClr val="tx1"/>
            </a:solidFill>
          </a:ln>
          <a:effectLst>
            <a:outerShdw blurRad="50800" dist="50800" dir="5400000" sx="1000" sy="1000" algn="ctr" rotWithShape="0">
              <a:srgbClr val="000000">
                <a:alpha val="43137"/>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a:extLst>
              <a:ext uri="{FF2B5EF4-FFF2-40B4-BE49-F238E27FC236}">
                <a16:creationId xmlns:a16="http://schemas.microsoft.com/office/drawing/2014/main" id="{F90E22BB-AB1B-4242-BD3A-829E07E135A8}"/>
              </a:ext>
            </a:extLst>
          </p:cNvPr>
          <p:cNvCxnSpPr/>
          <p:nvPr/>
        </p:nvCxnSpPr>
        <p:spPr>
          <a:xfrm flipV="1">
            <a:off x="106016" y="689317"/>
            <a:ext cx="11979968" cy="98474"/>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2143808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415A56-B98E-443C-AEDE-DD82455F58E6}"/>
              </a:ext>
            </a:extLst>
          </p:cNvPr>
          <p:cNvSpPr>
            <a:spLocks noGrp="1"/>
          </p:cNvSpPr>
          <p:nvPr>
            <p:ph type="title"/>
          </p:nvPr>
        </p:nvSpPr>
        <p:spPr>
          <a:xfrm>
            <a:off x="139148" y="217656"/>
            <a:ext cx="10515600" cy="422666"/>
          </a:xfrm>
        </p:spPr>
        <p:txBody>
          <a:bodyPr>
            <a:normAutofit fontScale="90000"/>
          </a:bodyPr>
          <a:lstStyle/>
          <a:p>
            <a:r>
              <a:rPr lang="en-GB" b="1" dirty="0"/>
              <a:t>Boosting</a:t>
            </a:r>
            <a:endParaRPr lang="en-US" b="1" dirty="0"/>
          </a:p>
        </p:txBody>
      </p:sp>
      <p:sp>
        <p:nvSpPr>
          <p:cNvPr id="3" name="Content Placeholder 2">
            <a:extLst>
              <a:ext uri="{FF2B5EF4-FFF2-40B4-BE49-F238E27FC236}">
                <a16:creationId xmlns:a16="http://schemas.microsoft.com/office/drawing/2014/main" id="{B0505E63-11BB-4891-99E5-C64EC8D1FE15}"/>
              </a:ext>
            </a:extLst>
          </p:cNvPr>
          <p:cNvSpPr>
            <a:spLocks noGrp="1"/>
          </p:cNvSpPr>
          <p:nvPr>
            <p:ph idx="1"/>
          </p:nvPr>
        </p:nvSpPr>
        <p:spPr>
          <a:xfrm>
            <a:off x="838200" y="1123259"/>
            <a:ext cx="10253870" cy="4351338"/>
          </a:xfrm>
        </p:spPr>
        <p:txBody>
          <a:bodyPr/>
          <a:lstStyle/>
          <a:p>
            <a:pPr algn="just"/>
            <a:r>
              <a:rPr lang="en-GB" b="0" i="0" dirty="0">
                <a:solidFill>
                  <a:srgbClr val="0A0A0A"/>
                </a:solidFill>
                <a:effectLst/>
                <a:latin typeface="EB Garamond"/>
              </a:rPr>
              <a:t>The idea of Boosting method is that instead of using a simple algorithm, which is not strong enough to make the accurate predictions alone as there are high variance and error rate, we combine multiple simple learning algorithms together, rather than finding a single highly accurate prediction rule.</a:t>
            </a:r>
          </a:p>
          <a:p>
            <a:pPr marL="0" indent="0" algn="just">
              <a:buNone/>
            </a:pPr>
            <a:endParaRPr lang="en-GB" b="0" i="0" dirty="0">
              <a:solidFill>
                <a:srgbClr val="0A0A0A"/>
              </a:solidFill>
              <a:effectLst/>
              <a:latin typeface="EB Garamond"/>
            </a:endParaRPr>
          </a:p>
          <a:p>
            <a:pPr algn="just"/>
            <a:r>
              <a:rPr lang="en-GB" b="0" i="0" dirty="0">
                <a:solidFill>
                  <a:srgbClr val="0A0A0A"/>
                </a:solidFill>
                <a:effectLst/>
                <a:latin typeface="EB Garamond"/>
              </a:rPr>
              <a:t>The Boosting algorithm then combines these multiple weak rules together to reduce variance and bias in individual model rules into a single prediction rule, such that it will be much more accurate than any one of the weak rules as.</a:t>
            </a:r>
            <a:endParaRPr lang="en-US" dirty="0"/>
          </a:p>
        </p:txBody>
      </p:sp>
      <p:sp>
        <p:nvSpPr>
          <p:cNvPr id="4" name="Slide Number Placeholder 3">
            <a:extLst>
              <a:ext uri="{FF2B5EF4-FFF2-40B4-BE49-F238E27FC236}">
                <a16:creationId xmlns:a16="http://schemas.microsoft.com/office/drawing/2014/main" id="{01888A9B-6528-404C-822E-75F127C26AA6}"/>
              </a:ext>
            </a:extLst>
          </p:cNvPr>
          <p:cNvSpPr>
            <a:spLocks noGrp="1"/>
          </p:cNvSpPr>
          <p:nvPr>
            <p:ph type="sldNum" sz="quarter" idx="12"/>
          </p:nvPr>
        </p:nvSpPr>
        <p:spPr/>
        <p:txBody>
          <a:bodyPr/>
          <a:lstStyle/>
          <a:p>
            <a:fld id="{361A9AFC-801F-4763-A8B5-F83A92A5C7F5}" type="slidenum">
              <a:rPr lang="en-US" smtClean="0"/>
              <a:t>32</a:t>
            </a:fld>
            <a:endParaRPr lang="en-US"/>
          </a:p>
        </p:txBody>
      </p:sp>
      <p:sp>
        <p:nvSpPr>
          <p:cNvPr id="5" name="Rectangle 4">
            <a:extLst>
              <a:ext uri="{FF2B5EF4-FFF2-40B4-BE49-F238E27FC236}">
                <a16:creationId xmlns:a16="http://schemas.microsoft.com/office/drawing/2014/main" id="{B335C524-E67C-42D9-BDE3-6D0BFA03F2D3}"/>
              </a:ext>
            </a:extLst>
          </p:cNvPr>
          <p:cNvSpPr/>
          <p:nvPr/>
        </p:nvSpPr>
        <p:spPr>
          <a:xfrm>
            <a:off x="106016" y="65449"/>
            <a:ext cx="11966713" cy="6727102"/>
          </a:xfrm>
          <a:prstGeom prst="rect">
            <a:avLst/>
          </a:prstGeom>
          <a:noFill/>
          <a:ln>
            <a:solidFill>
              <a:schemeClr val="tx1"/>
            </a:solidFill>
          </a:ln>
          <a:effectLst>
            <a:outerShdw blurRad="50800" dist="50800" dir="5400000" sx="1000" sy="1000" algn="ctr" rotWithShape="0">
              <a:srgbClr val="000000">
                <a:alpha val="43137"/>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id="{30D412AA-8030-4220-AC6E-46F70BFD3F6E}"/>
              </a:ext>
            </a:extLst>
          </p:cNvPr>
          <p:cNvCxnSpPr/>
          <p:nvPr/>
        </p:nvCxnSpPr>
        <p:spPr>
          <a:xfrm flipV="1">
            <a:off x="106016" y="689317"/>
            <a:ext cx="11979968" cy="98474"/>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7113995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B9E1FB-704B-44D3-A610-766A83EDB919}"/>
              </a:ext>
            </a:extLst>
          </p:cNvPr>
          <p:cNvSpPr>
            <a:spLocks noGrp="1"/>
          </p:cNvSpPr>
          <p:nvPr>
            <p:ph type="title"/>
          </p:nvPr>
        </p:nvSpPr>
        <p:spPr>
          <a:xfrm>
            <a:off x="119271" y="75772"/>
            <a:ext cx="10515600" cy="712019"/>
          </a:xfrm>
        </p:spPr>
        <p:txBody>
          <a:bodyPr/>
          <a:lstStyle/>
          <a:p>
            <a:r>
              <a:rPr lang="en-GB" b="1" dirty="0"/>
              <a:t>Boosting</a:t>
            </a:r>
            <a:endParaRPr lang="en-US" b="1" dirty="0"/>
          </a:p>
        </p:txBody>
      </p:sp>
      <p:sp>
        <p:nvSpPr>
          <p:cNvPr id="3" name="Content Placeholder 2">
            <a:extLst>
              <a:ext uri="{FF2B5EF4-FFF2-40B4-BE49-F238E27FC236}">
                <a16:creationId xmlns:a16="http://schemas.microsoft.com/office/drawing/2014/main" id="{DB61F21D-942B-47B4-B00E-DBA2B446E533}"/>
              </a:ext>
            </a:extLst>
          </p:cNvPr>
          <p:cNvSpPr>
            <a:spLocks noGrp="1"/>
          </p:cNvSpPr>
          <p:nvPr>
            <p:ph idx="1"/>
          </p:nvPr>
        </p:nvSpPr>
        <p:spPr>
          <a:xfrm>
            <a:off x="838200" y="1825625"/>
            <a:ext cx="10161104" cy="3856718"/>
          </a:xfrm>
        </p:spPr>
        <p:txBody>
          <a:bodyPr/>
          <a:lstStyle/>
          <a:p>
            <a:pPr algn="just"/>
            <a:r>
              <a:rPr lang="en-GB" b="0" i="0" dirty="0">
                <a:solidFill>
                  <a:srgbClr val="0A0A0A"/>
                </a:solidFill>
                <a:effectLst/>
              </a:rPr>
              <a:t>Two fundamental approaches for effective implementation of Boosting algorithm:</a:t>
            </a:r>
          </a:p>
          <a:p>
            <a:pPr algn="just">
              <a:buFont typeface="Arial" panose="020B0604020202020204" pitchFamily="34" charset="0"/>
              <a:buChar char="•"/>
            </a:pPr>
            <a:r>
              <a:rPr lang="en-GB" b="0" i="0" dirty="0">
                <a:solidFill>
                  <a:srgbClr val="0A0A0A"/>
                </a:solidFill>
                <a:effectLst/>
              </a:rPr>
              <a:t>Choosing the different subsets from training dataset for different iterations:</a:t>
            </a:r>
          </a:p>
          <a:p>
            <a:pPr marL="742950" lvl="1" indent="-285750" algn="just">
              <a:buFont typeface="Arial" panose="020B0604020202020204" pitchFamily="34" charset="0"/>
              <a:buChar char="•"/>
            </a:pPr>
            <a:r>
              <a:rPr lang="en-GB" b="0" i="0" dirty="0">
                <a:solidFill>
                  <a:srgbClr val="0A0A0A"/>
                </a:solidFill>
                <a:effectLst/>
              </a:rPr>
              <a:t>To increase the efficiency of the base learner predictions, high weightage is placed on the examples that were misclassified by earlier weak learner.</a:t>
            </a:r>
          </a:p>
          <a:p>
            <a:pPr algn="just">
              <a:buFont typeface="Arial" panose="020B0604020202020204" pitchFamily="34" charset="0"/>
              <a:buChar char="•"/>
            </a:pPr>
            <a:r>
              <a:rPr lang="en-GB" b="0" i="0" dirty="0">
                <a:solidFill>
                  <a:srgbClr val="0A0A0A"/>
                </a:solidFill>
                <a:effectLst/>
              </a:rPr>
              <a:t>How to combine weak leaners together:</a:t>
            </a:r>
          </a:p>
          <a:p>
            <a:pPr marL="742950" lvl="1" indent="-285750" algn="just">
              <a:buFont typeface="Arial" panose="020B0604020202020204" pitchFamily="34" charset="0"/>
              <a:buChar char="•"/>
            </a:pPr>
            <a:r>
              <a:rPr lang="en-GB" b="0" i="0" dirty="0">
                <a:solidFill>
                  <a:srgbClr val="0A0A0A"/>
                </a:solidFill>
                <a:effectLst/>
              </a:rPr>
              <a:t>Taking a weighted majority vote of the predictions.</a:t>
            </a:r>
          </a:p>
          <a:p>
            <a:pPr algn="just"/>
            <a:endParaRPr lang="en-US" dirty="0"/>
          </a:p>
        </p:txBody>
      </p:sp>
      <p:sp>
        <p:nvSpPr>
          <p:cNvPr id="4" name="Slide Number Placeholder 3">
            <a:extLst>
              <a:ext uri="{FF2B5EF4-FFF2-40B4-BE49-F238E27FC236}">
                <a16:creationId xmlns:a16="http://schemas.microsoft.com/office/drawing/2014/main" id="{59ABAA89-22C1-4874-B36D-B3166017A707}"/>
              </a:ext>
            </a:extLst>
          </p:cNvPr>
          <p:cNvSpPr>
            <a:spLocks noGrp="1"/>
          </p:cNvSpPr>
          <p:nvPr>
            <p:ph type="sldNum" sz="quarter" idx="12"/>
          </p:nvPr>
        </p:nvSpPr>
        <p:spPr/>
        <p:txBody>
          <a:bodyPr/>
          <a:lstStyle/>
          <a:p>
            <a:fld id="{361A9AFC-801F-4763-A8B5-F83A92A5C7F5}" type="slidenum">
              <a:rPr lang="en-US" smtClean="0"/>
              <a:t>33</a:t>
            </a:fld>
            <a:endParaRPr lang="en-US"/>
          </a:p>
        </p:txBody>
      </p:sp>
      <p:sp>
        <p:nvSpPr>
          <p:cNvPr id="5" name="Rectangle 4">
            <a:extLst>
              <a:ext uri="{FF2B5EF4-FFF2-40B4-BE49-F238E27FC236}">
                <a16:creationId xmlns:a16="http://schemas.microsoft.com/office/drawing/2014/main" id="{0FB9A29D-09F8-460C-8AB1-6F49AB636DB0}"/>
              </a:ext>
            </a:extLst>
          </p:cNvPr>
          <p:cNvSpPr/>
          <p:nvPr/>
        </p:nvSpPr>
        <p:spPr>
          <a:xfrm>
            <a:off x="106016" y="65449"/>
            <a:ext cx="11966713" cy="6727102"/>
          </a:xfrm>
          <a:prstGeom prst="rect">
            <a:avLst/>
          </a:prstGeom>
          <a:noFill/>
          <a:ln>
            <a:solidFill>
              <a:schemeClr val="tx1"/>
            </a:solidFill>
          </a:ln>
          <a:effectLst>
            <a:outerShdw blurRad="50800" dist="50800" dir="5400000" sx="1000" sy="1000" algn="ctr" rotWithShape="0">
              <a:srgbClr val="000000">
                <a:alpha val="43137"/>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id="{69272E2E-587F-438D-B3ED-5A760AFCB76F}"/>
              </a:ext>
            </a:extLst>
          </p:cNvPr>
          <p:cNvCxnSpPr/>
          <p:nvPr/>
        </p:nvCxnSpPr>
        <p:spPr>
          <a:xfrm flipV="1">
            <a:off x="106016" y="689317"/>
            <a:ext cx="11979968" cy="98474"/>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8430466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FC5FED-A3A1-487E-A528-4230B5D89007}"/>
              </a:ext>
            </a:extLst>
          </p:cNvPr>
          <p:cNvSpPr>
            <a:spLocks noGrp="1"/>
          </p:cNvSpPr>
          <p:nvPr>
            <p:ph type="title"/>
          </p:nvPr>
        </p:nvSpPr>
        <p:spPr>
          <a:xfrm>
            <a:off x="258416" y="77890"/>
            <a:ext cx="10515600" cy="889520"/>
          </a:xfrm>
        </p:spPr>
        <p:txBody>
          <a:bodyPr/>
          <a:lstStyle/>
          <a:p>
            <a:r>
              <a:rPr lang="en-GB" b="1" dirty="0"/>
              <a:t>Boosting </a:t>
            </a:r>
            <a:endParaRPr lang="en-US" b="1" dirty="0"/>
          </a:p>
        </p:txBody>
      </p:sp>
      <p:pic>
        <p:nvPicPr>
          <p:cNvPr id="1026" name="Picture 2">
            <a:extLst>
              <a:ext uri="{FF2B5EF4-FFF2-40B4-BE49-F238E27FC236}">
                <a16:creationId xmlns:a16="http://schemas.microsoft.com/office/drawing/2014/main" id="{E7A7562E-4939-47D1-9AAF-E44B317C39C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17984" y="1454563"/>
            <a:ext cx="9935816" cy="4681193"/>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914A8C65-CDB5-4C8C-A487-291428D176E8}"/>
              </a:ext>
            </a:extLst>
          </p:cNvPr>
          <p:cNvSpPr>
            <a:spLocks noGrp="1"/>
          </p:cNvSpPr>
          <p:nvPr>
            <p:ph type="sldNum" sz="quarter" idx="12"/>
          </p:nvPr>
        </p:nvSpPr>
        <p:spPr/>
        <p:txBody>
          <a:bodyPr/>
          <a:lstStyle/>
          <a:p>
            <a:fld id="{361A9AFC-801F-4763-A8B5-F83A92A5C7F5}" type="slidenum">
              <a:rPr lang="en-US" smtClean="0"/>
              <a:t>34</a:t>
            </a:fld>
            <a:endParaRPr lang="en-US"/>
          </a:p>
        </p:txBody>
      </p:sp>
      <p:sp>
        <p:nvSpPr>
          <p:cNvPr id="5" name="Rectangle 4">
            <a:extLst>
              <a:ext uri="{FF2B5EF4-FFF2-40B4-BE49-F238E27FC236}">
                <a16:creationId xmlns:a16="http://schemas.microsoft.com/office/drawing/2014/main" id="{CEAF26D7-A58C-4FEC-AD62-CCA956858FCF}"/>
              </a:ext>
            </a:extLst>
          </p:cNvPr>
          <p:cNvSpPr/>
          <p:nvPr/>
        </p:nvSpPr>
        <p:spPr>
          <a:xfrm>
            <a:off x="106016" y="65449"/>
            <a:ext cx="11966713" cy="6727102"/>
          </a:xfrm>
          <a:prstGeom prst="rect">
            <a:avLst/>
          </a:prstGeom>
          <a:noFill/>
          <a:ln>
            <a:solidFill>
              <a:schemeClr val="tx1"/>
            </a:solidFill>
          </a:ln>
          <a:effectLst>
            <a:outerShdw blurRad="50800" dist="50800" dir="5400000" sx="1000" sy="1000" algn="ctr" rotWithShape="0">
              <a:srgbClr val="000000">
                <a:alpha val="43137"/>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id="{F238322F-8039-4B58-A3E3-AA9D9921EF40}"/>
              </a:ext>
            </a:extLst>
          </p:cNvPr>
          <p:cNvCxnSpPr/>
          <p:nvPr/>
        </p:nvCxnSpPr>
        <p:spPr>
          <a:xfrm flipV="1">
            <a:off x="106016" y="689317"/>
            <a:ext cx="11979968" cy="98474"/>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2386631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4A5517-7C7E-42C6-B5D0-47EA93B194C6}"/>
              </a:ext>
            </a:extLst>
          </p:cNvPr>
          <p:cNvSpPr>
            <a:spLocks noGrp="1"/>
          </p:cNvSpPr>
          <p:nvPr>
            <p:ph type="title"/>
          </p:nvPr>
        </p:nvSpPr>
        <p:spPr>
          <a:xfrm>
            <a:off x="135834" y="113333"/>
            <a:ext cx="10515600" cy="973345"/>
          </a:xfrm>
        </p:spPr>
        <p:txBody>
          <a:bodyPr/>
          <a:lstStyle/>
          <a:p>
            <a:r>
              <a:rPr lang="en-GB" b="1" dirty="0"/>
              <a:t>Boosting Algorithm</a:t>
            </a:r>
            <a:endParaRPr lang="en-US" b="1" dirty="0"/>
          </a:p>
        </p:txBody>
      </p:sp>
      <p:sp>
        <p:nvSpPr>
          <p:cNvPr id="3" name="Content Placeholder 2">
            <a:extLst>
              <a:ext uri="{FF2B5EF4-FFF2-40B4-BE49-F238E27FC236}">
                <a16:creationId xmlns:a16="http://schemas.microsoft.com/office/drawing/2014/main" id="{A60F84A1-16E4-4ADB-A2E9-4F96141F37E9}"/>
              </a:ext>
            </a:extLst>
          </p:cNvPr>
          <p:cNvSpPr>
            <a:spLocks noGrp="1"/>
          </p:cNvSpPr>
          <p:nvPr>
            <p:ph idx="1"/>
          </p:nvPr>
        </p:nvSpPr>
        <p:spPr>
          <a:xfrm>
            <a:off x="838200" y="1348547"/>
            <a:ext cx="10174357" cy="4351338"/>
          </a:xfrm>
        </p:spPr>
        <p:txBody>
          <a:bodyPr>
            <a:normAutofit fontScale="85000" lnSpcReduction="20000"/>
          </a:bodyPr>
          <a:lstStyle/>
          <a:p>
            <a:pPr algn="just"/>
            <a:r>
              <a:rPr lang="en-GB" b="1" i="0" dirty="0">
                <a:solidFill>
                  <a:srgbClr val="0A0A0A"/>
                </a:solidFill>
                <a:effectLst/>
                <a:latin typeface="EB Garamond"/>
              </a:rPr>
              <a:t>Step 1</a:t>
            </a:r>
            <a:r>
              <a:rPr lang="en-GB" b="0" i="0" dirty="0">
                <a:solidFill>
                  <a:srgbClr val="0A0A0A"/>
                </a:solidFill>
                <a:effectLst/>
                <a:latin typeface="EB Garamond"/>
              </a:rPr>
              <a:t>: All observations have equal weight in the original training data set D</a:t>
            </a:r>
            <a:r>
              <a:rPr lang="en-GB" b="0" i="0" baseline="-25000" dirty="0">
                <a:solidFill>
                  <a:srgbClr val="0A0A0A"/>
                </a:solidFill>
                <a:effectLst/>
                <a:latin typeface="EB Garamond"/>
              </a:rPr>
              <a:t>1</a:t>
            </a:r>
            <a:r>
              <a:rPr lang="en-GB" b="0" i="0" dirty="0">
                <a:solidFill>
                  <a:srgbClr val="0A0A0A"/>
                </a:solidFill>
                <a:effectLst/>
                <a:latin typeface="EB Garamond"/>
              </a:rPr>
              <a:t>. An 	initial “base” classifier h</a:t>
            </a:r>
            <a:r>
              <a:rPr lang="en-GB" b="0" i="0" baseline="-25000" dirty="0">
                <a:solidFill>
                  <a:srgbClr val="0A0A0A"/>
                </a:solidFill>
                <a:effectLst/>
                <a:latin typeface="EB Garamond"/>
              </a:rPr>
              <a:t>1</a:t>
            </a:r>
            <a:r>
              <a:rPr lang="en-GB" b="0" i="0" dirty="0">
                <a:solidFill>
                  <a:srgbClr val="0A0A0A"/>
                </a:solidFill>
                <a:effectLst/>
                <a:latin typeface="EB Garamond"/>
              </a:rPr>
              <a:t> is determined.</a:t>
            </a:r>
          </a:p>
          <a:p>
            <a:pPr marL="0" indent="0" algn="just">
              <a:buNone/>
            </a:pPr>
            <a:endParaRPr lang="en-GB" b="0" i="0" dirty="0">
              <a:solidFill>
                <a:srgbClr val="0A0A0A"/>
              </a:solidFill>
              <a:effectLst/>
              <a:latin typeface="EB Garamond"/>
            </a:endParaRPr>
          </a:p>
          <a:p>
            <a:pPr algn="just"/>
            <a:r>
              <a:rPr lang="en-GB" b="1" i="0" dirty="0">
                <a:solidFill>
                  <a:srgbClr val="0A0A0A"/>
                </a:solidFill>
                <a:effectLst/>
                <a:latin typeface="EB Garamond"/>
              </a:rPr>
              <a:t>Step 2</a:t>
            </a:r>
            <a:r>
              <a:rPr lang="en-GB" b="0" i="0" dirty="0">
                <a:solidFill>
                  <a:srgbClr val="0A0A0A"/>
                </a:solidFill>
                <a:effectLst/>
                <a:latin typeface="EB Garamond"/>
              </a:rPr>
              <a:t>: The observations that were incorrectly classified by the previous base 	classifier have their weights increased, while the observations that were 	correctly classified have their weights decreased. </a:t>
            </a:r>
          </a:p>
          <a:p>
            <a:pPr marL="0" indent="0" algn="just">
              <a:buNone/>
            </a:pPr>
            <a:r>
              <a:rPr lang="en-GB" b="0" i="0" dirty="0">
                <a:solidFill>
                  <a:srgbClr val="0A0A0A"/>
                </a:solidFill>
                <a:effectLst/>
                <a:latin typeface="EB Garamond"/>
              </a:rPr>
              <a:t>	This gives us data distribution D</a:t>
            </a:r>
            <a:r>
              <a:rPr lang="en-GB" b="0" i="0" baseline="-25000" dirty="0">
                <a:solidFill>
                  <a:srgbClr val="0A0A0A"/>
                </a:solidFill>
                <a:effectLst/>
                <a:latin typeface="EB Garamond"/>
              </a:rPr>
              <a:t>m</a:t>
            </a:r>
            <a:r>
              <a:rPr lang="en-GB" b="0" i="0" dirty="0">
                <a:solidFill>
                  <a:srgbClr val="0A0A0A"/>
                </a:solidFill>
                <a:effectLst/>
                <a:latin typeface="EB Garamond"/>
              </a:rPr>
              <a:t>, m=2, … , M. </a:t>
            </a:r>
          </a:p>
          <a:p>
            <a:pPr marL="0" indent="0" algn="just">
              <a:buNone/>
            </a:pPr>
            <a:r>
              <a:rPr lang="en-GB" b="0" i="0" dirty="0">
                <a:solidFill>
                  <a:srgbClr val="0A0A0A"/>
                </a:solidFill>
                <a:effectLst/>
                <a:latin typeface="EB Garamond"/>
              </a:rPr>
              <a:t>	A new base classifier hm, m = 2, … , M is determined, based on the new 	weights. This step is repeated until the desired number of iterations M is 	achieved.</a:t>
            </a:r>
          </a:p>
          <a:p>
            <a:pPr marL="0" indent="0" algn="just">
              <a:buNone/>
            </a:pPr>
            <a:endParaRPr lang="en-GB" b="0" i="0" dirty="0">
              <a:solidFill>
                <a:srgbClr val="0A0A0A"/>
              </a:solidFill>
              <a:effectLst/>
              <a:latin typeface="EB Garamond"/>
            </a:endParaRPr>
          </a:p>
          <a:p>
            <a:pPr algn="just"/>
            <a:r>
              <a:rPr lang="en-GB" b="1" i="0" dirty="0">
                <a:solidFill>
                  <a:srgbClr val="0A0A0A"/>
                </a:solidFill>
                <a:effectLst/>
                <a:latin typeface="EB Garamond"/>
              </a:rPr>
              <a:t>Step 3</a:t>
            </a:r>
            <a:r>
              <a:rPr lang="en-GB" b="0" i="0" dirty="0">
                <a:solidFill>
                  <a:srgbClr val="0A0A0A"/>
                </a:solidFill>
                <a:effectLst/>
                <a:latin typeface="EB Garamond"/>
              </a:rPr>
              <a:t>: The final boosted classifier is the weighted sum of the M base classifiers</a:t>
            </a:r>
          </a:p>
          <a:p>
            <a:pPr algn="just"/>
            <a:endParaRPr lang="en-US" dirty="0"/>
          </a:p>
        </p:txBody>
      </p:sp>
      <p:sp>
        <p:nvSpPr>
          <p:cNvPr id="4" name="Slide Number Placeholder 3">
            <a:extLst>
              <a:ext uri="{FF2B5EF4-FFF2-40B4-BE49-F238E27FC236}">
                <a16:creationId xmlns:a16="http://schemas.microsoft.com/office/drawing/2014/main" id="{0CEB7376-D056-45FE-A72F-4CD640C68043}"/>
              </a:ext>
            </a:extLst>
          </p:cNvPr>
          <p:cNvSpPr>
            <a:spLocks noGrp="1"/>
          </p:cNvSpPr>
          <p:nvPr>
            <p:ph type="sldNum" sz="quarter" idx="12"/>
          </p:nvPr>
        </p:nvSpPr>
        <p:spPr/>
        <p:txBody>
          <a:bodyPr/>
          <a:lstStyle/>
          <a:p>
            <a:fld id="{361A9AFC-801F-4763-A8B5-F83A92A5C7F5}" type="slidenum">
              <a:rPr lang="en-US" smtClean="0"/>
              <a:t>35</a:t>
            </a:fld>
            <a:endParaRPr lang="en-US"/>
          </a:p>
        </p:txBody>
      </p:sp>
      <p:sp>
        <p:nvSpPr>
          <p:cNvPr id="5" name="Rectangle 4">
            <a:extLst>
              <a:ext uri="{FF2B5EF4-FFF2-40B4-BE49-F238E27FC236}">
                <a16:creationId xmlns:a16="http://schemas.microsoft.com/office/drawing/2014/main" id="{EEDB86EC-8055-4E52-B482-AD7CA534E517}"/>
              </a:ext>
            </a:extLst>
          </p:cNvPr>
          <p:cNvSpPr/>
          <p:nvPr/>
        </p:nvSpPr>
        <p:spPr>
          <a:xfrm>
            <a:off x="106016" y="65449"/>
            <a:ext cx="11966713" cy="6727102"/>
          </a:xfrm>
          <a:prstGeom prst="rect">
            <a:avLst/>
          </a:prstGeom>
          <a:noFill/>
          <a:ln>
            <a:solidFill>
              <a:schemeClr val="tx1"/>
            </a:solidFill>
          </a:ln>
          <a:effectLst>
            <a:outerShdw blurRad="50800" dist="50800" dir="5400000" sx="1000" sy="1000" algn="ctr" rotWithShape="0">
              <a:srgbClr val="000000">
                <a:alpha val="43137"/>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id="{A29799B1-0167-41D7-B4D7-1E4F9E01AD3E}"/>
              </a:ext>
            </a:extLst>
          </p:cNvPr>
          <p:cNvCxnSpPr/>
          <p:nvPr/>
        </p:nvCxnSpPr>
        <p:spPr>
          <a:xfrm flipV="1">
            <a:off x="106016" y="689317"/>
            <a:ext cx="11979968" cy="98474"/>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7055981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592E6-213F-47C9-9A17-E4B2B84B6A6D}"/>
              </a:ext>
            </a:extLst>
          </p:cNvPr>
          <p:cNvSpPr>
            <a:spLocks noGrp="1"/>
          </p:cNvSpPr>
          <p:nvPr>
            <p:ph type="title"/>
          </p:nvPr>
        </p:nvSpPr>
        <p:spPr>
          <a:xfrm>
            <a:off x="96078" y="165653"/>
            <a:ext cx="10515600" cy="675047"/>
          </a:xfrm>
        </p:spPr>
        <p:txBody>
          <a:bodyPr>
            <a:normAutofit fontScale="90000"/>
          </a:bodyPr>
          <a:lstStyle/>
          <a:p>
            <a:r>
              <a:rPr lang="en-GB" b="1" dirty="0"/>
              <a:t>Differences Bagging and Boosting</a:t>
            </a:r>
            <a:endParaRPr lang="en-US" b="1" dirty="0"/>
          </a:p>
        </p:txBody>
      </p:sp>
      <p:pic>
        <p:nvPicPr>
          <p:cNvPr id="5" name="Content Placeholder 4" descr="Table&#10;&#10;Description automatically generated">
            <a:extLst>
              <a:ext uri="{FF2B5EF4-FFF2-40B4-BE49-F238E27FC236}">
                <a16:creationId xmlns:a16="http://schemas.microsoft.com/office/drawing/2014/main" id="{06FE369E-EDF7-40D8-AAC0-99C53B2F353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72209" y="1179443"/>
            <a:ext cx="9647582" cy="5274365"/>
          </a:xfrm>
        </p:spPr>
      </p:pic>
      <p:sp>
        <p:nvSpPr>
          <p:cNvPr id="3" name="Slide Number Placeholder 2">
            <a:extLst>
              <a:ext uri="{FF2B5EF4-FFF2-40B4-BE49-F238E27FC236}">
                <a16:creationId xmlns:a16="http://schemas.microsoft.com/office/drawing/2014/main" id="{CEBA689B-7FCB-4E32-8A2C-029DA395A9A3}"/>
              </a:ext>
            </a:extLst>
          </p:cNvPr>
          <p:cNvSpPr>
            <a:spLocks noGrp="1"/>
          </p:cNvSpPr>
          <p:nvPr>
            <p:ph type="sldNum" sz="quarter" idx="12"/>
          </p:nvPr>
        </p:nvSpPr>
        <p:spPr/>
        <p:txBody>
          <a:bodyPr/>
          <a:lstStyle/>
          <a:p>
            <a:fld id="{361A9AFC-801F-4763-A8B5-F83A92A5C7F5}" type="slidenum">
              <a:rPr lang="en-US" smtClean="0"/>
              <a:t>36</a:t>
            </a:fld>
            <a:endParaRPr lang="en-US"/>
          </a:p>
        </p:txBody>
      </p:sp>
      <p:sp>
        <p:nvSpPr>
          <p:cNvPr id="6" name="Rectangle 5">
            <a:extLst>
              <a:ext uri="{FF2B5EF4-FFF2-40B4-BE49-F238E27FC236}">
                <a16:creationId xmlns:a16="http://schemas.microsoft.com/office/drawing/2014/main" id="{B0B24823-103D-44FF-ACA0-1BF2D4CD6AFC}"/>
              </a:ext>
            </a:extLst>
          </p:cNvPr>
          <p:cNvSpPr/>
          <p:nvPr/>
        </p:nvSpPr>
        <p:spPr>
          <a:xfrm>
            <a:off x="106016" y="65449"/>
            <a:ext cx="11966713" cy="6727102"/>
          </a:xfrm>
          <a:prstGeom prst="rect">
            <a:avLst/>
          </a:prstGeom>
          <a:noFill/>
          <a:ln>
            <a:solidFill>
              <a:schemeClr val="tx1"/>
            </a:solidFill>
          </a:ln>
          <a:effectLst>
            <a:outerShdw blurRad="50800" dist="50800" dir="5400000" sx="1000" sy="1000" algn="ctr" rotWithShape="0">
              <a:srgbClr val="000000">
                <a:alpha val="43137"/>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4D0CC632-D3DA-4C94-8C77-75BF7BA14B54}"/>
              </a:ext>
            </a:extLst>
          </p:cNvPr>
          <p:cNvCxnSpPr/>
          <p:nvPr/>
        </p:nvCxnSpPr>
        <p:spPr>
          <a:xfrm flipV="1">
            <a:off x="106016" y="689317"/>
            <a:ext cx="11979968" cy="98474"/>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1736784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B984DC-C89A-4411-AB0E-BF9349BD053B}"/>
              </a:ext>
            </a:extLst>
          </p:cNvPr>
          <p:cNvSpPr>
            <a:spLocks noGrp="1"/>
          </p:cNvSpPr>
          <p:nvPr>
            <p:ph type="title"/>
          </p:nvPr>
        </p:nvSpPr>
        <p:spPr>
          <a:xfrm>
            <a:off x="374373" y="-252413"/>
            <a:ext cx="10515600" cy="1325563"/>
          </a:xfrm>
        </p:spPr>
        <p:txBody>
          <a:bodyPr/>
          <a:lstStyle/>
          <a:p>
            <a:r>
              <a:rPr lang="en-GB" b="1" dirty="0"/>
              <a:t>Decision tree: Its issues</a:t>
            </a:r>
            <a:endParaRPr lang="en-US" b="1" dirty="0"/>
          </a:p>
        </p:txBody>
      </p:sp>
      <p:sp>
        <p:nvSpPr>
          <p:cNvPr id="3" name="Content Placeholder 2">
            <a:extLst>
              <a:ext uri="{FF2B5EF4-FFF2-40B4-BE49-F238E27FC236}">
                <a16:creationId xmlns:a16="http://schemas.microsoft.com/office/drawing/2014/main" id="{26A30248-566C-456A-B0D7-332F93B91319}"/>
              </a:ext>
            </a:extLst>
          </p:cNvPr>
          <p:cNvSpPr>
            <a:spLocks noGrp="1"/>
          </p:cNvSpPr>
          <p:nvPr>
            <p:ph idx="1"/>
          </p:nvPr>
        </p:nvSpPr>
        <p:spPr/>
        <p:txBody>
          <a:bodyPr>
            <a:normAutofit fontScale="85000" lnSpcReduction="20000"/>
          </a:bodyPr>
          <a:lstStyle/>
          <a:p>
            <a:pPr algn="just"/>
            <a:r>
              <a:rPr lang="en-GB" b="0" i="0" dirty="0">
                <a:effectLst/>
              </a:rPr>
              <a:t>Decision tree is the most powerful and popular tool for classification and prediction. </a:t>
            </a:r>
          </a:p>
          <a:p>
            <a:pPr algn="just"/>
            <a:r>
              <a:rPr lang="en-GB" b="0" i="0" dirty="0">
                <a:effectLst/>
              </a:rPr>
              <a:t>A Decision tree is a flowchart like tree structure, where each internal node denotes a test on an attribute, each branch represents an outcome of the test, and each leaf node (terminal node) holds a class label.</a:t>
            </a:r>
            <a:endParaRPr lang="en-US" b="0" i="0" dirty="0">
              <a:effectLst/>
            </a:endParaRPr>
          </a:p>
          <a:p>
            <a:pPr algn="just"/>
            <a:endParaRPr lang="en-US" dirty="0"/>
          </a:p>
          <a:p>
            <a:pPr algn="just"/>
            <a:r>
              <a:rPr lang="en-US" b="1" i="0" dirty="0">
                <a:effectLst/>
              </a:rPr>
              <a:t>Issues: </a:t>
            </a:r>
          </a:p>
          <a:p>
            <a:pPr algn="just"/>
            <a:r>
              <a:rPr lang="en-US" b="1" i="0" dirty="0">
                <a:effectLst/>
              </a:rPr>
              <a:t>Overfitting the data: High variance, low bias</a:t>
            </a:r>
          </a:p>
          <a:p>
            <a:pPr algn="just">
              <a:buFont typeface="Arial" panose="020B0604020202020204" pitchFamily="34" charset="0"/>
              <a:buChar char="•"/>
            </a:pPr>
            <a:r>
              <a:rPr lang="en-GB" b="0" i="0" dirty="0">
                <a:effectLst/>
              </a:rPr>
              <a:t>Guarding against bad attribute choices</a:t>
            </a:r>
          </a:p>
          <a:p>
            <a:pPr algn="just">
              <a:buFont typeface="Arial" panose="020B0604020202020204" pitchFamily="34" charset="0"/>
              <a:buChar char="•"/>
            </a:pPr>
            <a:r>
              <a:rPr lang="en-GB" b="0" i="0" dirty="0">
                <a:effectLst/>
              </a:rPr>
              <a:t>Handling continuous valued attributes</a:t>
            </a:r>
          </a:p>
          <a:p>
            <a:pPr algn="just">
              <a:buFont typeface="Arial" panose="020B0604020202020204" pitchFamily="34" charset="0"/>
              <a:buChar char="•"/>
            </a:pPr>
            <a:r>
              <a:rPr lang="en-GB" b="0" i="0" dirty="0">
                <a:effectLst/>
              </a:rPr>
              <a:t>Handling missing attribute values</a:t>
            </a:r>
          </a:p>
          <a:p>
            <a:pPr algn="just">
              <a:buFont typeface="Arial" panose="020B0604020202020204" pitchFamily="34" charset="0"/>
              <a:buChar char="•"/>
            </a:pPr>
            <a:r>
              <a:rPr lang="en-GB" b="0" i="0" dirty="0">
                <a:effectLst/>
              </a:rPr>
              <a:t>Handling attributes with differing costs</a:t>
            </a:r>
          </a:p>
          <a:p>
            <a:pPr algn="just"/>
            <a:endParaRPr lang="en-US" dirty="0"/>
          </a:p>
        </p:txBody>
      </p:sp>
      <p:sp>
        <p:nvSpPr>
          <p:cNvPr id="5" name="Slide Number Placeholder 4">
            <a:extLst>
              <a:ext uri="{FF2B5EF4-FFF2-40B4-BE49-F238E27FC236}">
                <a16:creationId xmlns:a16="http://schemas.microsoft.com/office/drawing/2014/main" id="{2A0A56FE-CED3-4140-A7F9-A445E94899AD}"/>
              </a:ext>
            </a:extLst>
          </p:cNvPr>
          <p:cNvSpPr>
            <a:spLocks noGrp="1"/>
          </p:cNvSpPr>
          <p:nvPr>
            <p:ph type="sldNum" sz="quarter" idx="12"/>
          </p:nvPr>
        </p:nvSpPr>
        <p:spPr/>
        <p:txBody>
          <a:bodyPr/>
          <a:lstStyle/>
          <a:p>
            <a:fld id="{361A9AFC-801F-4763-A8B5-F83A92A5C7F5}" type="slidenum">
              <a:rPr lang="en-US" smtClean="0"/>
              <a:t>37</a:t>
            </a:fld>
            <a:endParaRPr lang="en-US"/>
          </a:p>
        </p:txBody>
      </p:sp>
      <p:pic>
        <p:nvPicPr>
          <p:cNvPr id="4" name="Picture 3">
            <a:extLst>
              <a:ext uri="{FF2B5EF4-FFF2-40B4-BE49-F238E27FC236}">
                <a16:creationId xmlns:a16="http://schemas.microsoft.com/office/drawing/2014/main" id="{0170806A-3935-476A-B50B-CF1C97BFB827}"/>
              </a:ext>
            </a:extLst>
          </p:cNvPr>
          <p:cNvPicPr>
            <a:picLocks noChangeAspect="1"/>
          </p:cNvPicPr>
          <p:nvPr/>
        </p:nvPicPr>
        <p:blipFill rotWithShape="1">
          <a:blip r:embed="rId2"/>
          <a:srcRect l="13335" t="21830" r="19653" b="14621"/>
          <a:stretch/>
        </p:blipFill>
        <p:spPr>
          <a:xfrm>
            <a:off x="7234872" y="3429000"/>
            <a:ext cx="4586068" cy="3038623"/>
          </a:xfrm>
          <a:prstGeom prst="rect">
            <a:avLst/>
          </a:prstGeom>
        </p:spPr>
      </p:pic>
      <p:sp>
        <p:nvSpPr>
          <p:cNvPr id="6" name="Rectangle 5">
            <a:extLst>
              <a:ext uri="{FF2B5EF4-FFF2-40B4-BE49-F238E27FC236}">
                <a16:creationId xmlns:a16="http://schemas.microsoft.com/office/drawing/2014/main" id="{287B1957-7C9C-4DBC-8055-4613B2192618}"/>
              </a:ext>
            </a:extLst>
          </p:cNvPr>
          <p:cNvSpPr/>
          <p:nvPr/>
        </p:nvSpPr>
        <p:spPr>
          <a:xfrm>
            <a:off x="106016" y="65449"/>
            <a:ext cx="11966713" cy="6727102"/>
          </a:xfrm>
          <a:prstGeom prst="rect">
            <a:avLst/>
          </a:prstGeom>
          <a:noFill/>
          <a:ln>
            <a:solidFill>
              <a:schemeClr val="tx1"/>
            </a:solidFill>
          </a:ln>
          <a:effectLst>
            <a:outerShdw blurRad="50800" dist="50800" dir="5400000" sx="1000" sy="1000" algn="ctr" rotWithShape="0">
              <a:srgbClr val="000000">
                <a:alpha val="43137"/>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15432094-AF16-4E78-8AD4-1933E1CAD61C}"/>
              </a:ext>
            </a:extLst>
          </p:cNvPr>
          <p:cNvCxnSpPr/>
          <p:nvPr/>
        </p:nvCxnSpPr>
        <p:spPr>
          <a:xfrm flipV="1">
            <a:off x="106016" y="689317"/>
            <a:ext cx="11979968" cy="98474"/>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6284561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9BF801-519B-4B40-963A-4A0B2B77637D}"/>
              </a:ext>
            </a:extLst>
          </p:cNvPr>
          <p:cNvSpPr>
            <a:spLocks noGrp="1"/>
          </p:cNvSpPr>
          <p:nvPr>
            <p:ph type="title"/>
          </p:nvPr>
        </p:nvSpPr>
        <p:spPr>
          <a:xfrm>
            <a:off x="92761" y="0"/>
            <a:ext cx="10515600" cy="855403"/>
          </a:xfrm>
        </p:spPr>
        <p:txBody>
          <a:bodyPr/>
          <a:lstStyle/>
          <a:p>
            <a:r>
              <a:rPr lang="en-GB" b="1" dirty="0"/>
              <a:t>Random forest</a:t>
            </a:r>
            <a:endParaRPr lang="en-US" b="1" dirty="0"/>
          </a:p>
        </p:txBody>
      </p:sp>
      <p:sp>
        <p:nvSpPr>
          <p:cNvPr id="3" name="Content Placeholder 2">
            <a:extLst>
              <a:ext uri="{FF2B5EF4-FFF2-40B4-BE49-F238E27FC236}">
                <a16:creationId xmlns:a16="http://schemas.microsoft.com/office/drawing/2014/main" id="{4C7A9085-47B6-4143-9CE6-A40DC83D3208}"/>
              </a:ext>
            </a:extLst>
          </p:cNvPr>
          <p:cNvSpPr>
            <a:spLocks noGrp="1"/>
          </p:cNvSpPr>
          <p:nvPr>
            <p:ph idx="1"/>
          </p:nvPr>
        </p:nvSpPr>
        <p:spPr>
          <a:xfrm>
            <a:off x="1051891" y="1470991"/>
            <a:ext cx="10088217" cy="4705972"/>
          </a:xfrm>
        </p:spPr>
        <p:txBody>
          <a:bodyPr>
            <a:normAutofit/>
          </a:bodyPr>
          <a:lstStyle/>
          <a:p>
            <a:pPr algn="just"/>
            <a:r>
              <a:rPr lang="en-GB" sz="2400" dirty="0"/>
              <a:t>Random reduce high variance in Decision tree.</a:t>
            </a:r>
          </a:p>
          <a:p>
            <a:pPr algn="just"/>
            <a:r>
              <a:rPr lang="en-GB" sz="2400" dirty="0"/>
              <a:t>A Random forest is an ensemble learning method where multiple decision trees are constructed , trained by Bagging method and then they are merged to get a more accurate prediction.</a:t>
            </a:r>
          </a:p>
          <a:p>
            <a:pPr algn="just"/>
            <a:r>
              <a:rPr lang="en-GB" sz="2400" b="0" i="0" dirty="0">
                <a:effectLst/>
              </a:rPr>
              <a:t>Random forest is a supervised learning algorithm which is used for both classification as well as regression. </a:t>
            </a:r>
          </a:p>
          <a:p>
            <a:pPr algn="just"/>
            <a:r>
              <a:rPr lang="en-GB" sz="2400" b="0" i="0" dirty="0">
                <a:effectLst/>
              </a:rPr>
              <a:t>Forest is made up of trees and more trees means more robust forest. </a:t>
            </a:r>
          </a:p>
          <a:p>
            <a:pPr algn="just"/>
            <a:r>
              <a:rPr lang="en-GB" sz="2400" dirty="0"/>
              <a:t>R</a:t>
            </a:r>
            <a:r>
              <a:rPr lang="en-GB" sz="2400" b="0" i="0" dirty="0">
                <a:effectLst/>
              </a:rPr>
              <a:t>andom forest algorithm creates decision trees on data samples and then gets the prediction from each of them and finally selects the best solution by means of voting. </a:t>
            </a:r>
          </a:p>
          <a:p>
            <a:pPr algn="just"/>
            <a:r>
              <a:rPr lang="en-GB" sz="2400" b="0" i="0" dirty="0">
                <a:effectLst/>
              </a:rPr>
              <a:t>It is an ensemble method which is better than a single decision tree because it reduces the over-fitting by averaging the result.</a:t>
            </a:r>
            <a:endParaRPr lang="en-US" sz="2400" dirty="0"/>
          </a:p>
        </p:txBody>
      </p:sp>
      <p:sp>
        <p:nvSpPr>
          <p:cNvPr id="4" name="Slide Number Placeholder 3">
            <a:extLst>
              <a:ext uri="{FF2B5EF4-FFF2-40B4-BE49-F238E27FC236}">
                <a16:creationId xmlns:a16="http://schemas.microsoft.com/office/drawing/2014/main" id="{CBCAA94D-2908-4D86-85D9-B44E78E83D9B}"/>
              </a:ext>
            </a:extLst>
          </p:cNvPr>
          <p:cNvSpPr>
            <a:spLocks noGrp="1"/>
          </p:cNvSpPr>
          <p:nvPr>
            <p:ph type="sldNum" sz="quarter" idx="12"/>
          </p:nvPr>
        </p:nvSpPr>
        <p:spPr/>
        <p:txBody>
          <a:bodyPr/>
          <a:lstStyle/>
          <a:p>
            <a:fld id="{361A9AFC-801F-4763-A8B5-F83A92A5C7F5}" type="slidenum">
              <a:rPr lang="en-US" smtClean="0"/>
              <a:t>38</a:t>
            </a:fld>
            <a:endParaRPr lang="en-US"/>
          </a:p>
        </p:txBody>
      </p:sp>
      <p:sp>
        <p:nvSpPr>
          <p:cNvPr id="5" name="Rectangle 4">
            <a:extLst>
              <a:ext uri="{FF2B5EF4-FFF2-40B4-BE49-F238E27FC236}">
                <a16:creationId xmlns:a16="http://schemas.microsoft.com/office/drawing/2014/main" id="{E8305651-781D-4A65-BC06-754D6F4F4191}"/>
              </a:ext>
            </a:extLst>
          </p:cNvPr>
          <p:cNvSpPr/>
          <p:nvPr/>
        </p:nvSpPr>
        <p:spPr>
          <a:xfrm>
            <a:off x="106016" y="65449"/>
            <a:ext cx="11966713" cy="6727102"/>
          </a:xfrm>
          <a:prstGeom prst="rect">
            <a:avLst/>
          </a:prstGeom>
          <a:noFill/>
          <a:ln>
            <a:solidFill>
              <a:schemeClr val="tx1"/>
            </a:solidFill>
          </a:ln>
          <a:effectLst>
            <a:outerShdw blurRad="50800" dist="50800" dir="5400000" sx="1000" sy="1000" algn="ctr" rotWithShape="0">
              <a:srgbClr val="000000">
                <a:alpha val="43137"/>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id="{8C11EE4C-E76B-452E-8DFA-2B36E679AFEB}"/>
              </a:ext>
            </a:extLst>
          </p:cNvPr>
          <p:cNvCxnSpPr/>
          <p:nvPr/>
        </p:nvCxnSpPr>
        <p:spPr>
          <a:xfrm flipV="1">
            <a:off x="106016" y="689317"/>
            <a:ext cx="11979968" cy="98474"/>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4491016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E53A7A1-FEC0-996B-CEE8-41CF34450166}"/>
              </a:ext>
            </a:extLst>
          </p:cNvPr>
          <p:cNvPicPr>
            <a:picLocks noChangeAspect="1"/>
          </p:cNvPicPr>
          <p:nvPr/>
        </p:nvPicPr>
        <p:blipFill>
          <a:blip r:embed="rId2"/>
          <a:stretch>
            <a:fillRect/>
          </a:stretch>
        </p:blipFill>
        <p:spPr>
          <a:xfrm>
            <a:off x="1696065" y="368710"/>
            <a:ext cx="8819535" cy="6017342"/>
          </a:xfrm>
          <a:prstGeom prst="rect">
            <a:avLst/>
          </a:prstGeom>
        </p:spPr>
      </p:pic>
    </p:spTree>
    <p:extLst>
      <p:ext uri="{BB962C8B-B14F-4D97-AF65-F5344CB8AC3E}">
        <p14:creationId xmlns:p14="http://schemas.microsoft.com/office/powerpoint/2010/main" val="298296891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2F71D5-5147-471C-8684-748822576FBC}"/>
              </a:ext>
            </a:extLst>
          </p:cNvPr>
          <p:cNvSpPr>
            <a:spLocks noGrp="1"/>
          </p:cNvSpPr>
          <p:nvPr>
            <p:ph type="title"/>
          </p:nvPr>
        </p:nvSpPr>
        <p:spPr>
          <a:xfrm>
            <a:off x="238539" y="135835"/>
            <a:ext cx="10515600" cy="1431235"/>
          </a:xfrm>
        </p:spPr>
        <p:txBody>
          <a:bodyPr/>
          <a:lstStyle/>
          <a:p>
            <a:r>
              <a:rPr lang="en-GB" b="1" i="0" dirty="0">
                <a:effectLst/>
              </a:rPr>
              <a:t>Random Forest</a:t>
            </a:r>
            <a:br>
              <a:rPr lang="en-GB" b="1" i="0" dirty="0">
                <a:effectLst/>
              </a:rPr>
            </a:br>
            <a:endParaRPr lang="en-US" b="1" dirty="0"/>
          </a:p>
        </p:txBody>
      </p:sp>
      <p:sp>
        <p:nvSpPr>
          <p:cNvPr id="4" name="Slide Number Placeholder 3">
            <a:extLst>
              <a:ext uri="{FF2B5EF4-FFF2-40B4-BE49-F238E27FC236}">
                <a16:creationId xmlns:a16="http://schemas.microsoft.com/office/drawing/2014/main" id="{FF011969-1BA4-4056-8357-3B448983029B}"/>
              </a:ext>
            </a:extLst>
          </p:cNvPr>
          <p:cNvSpPr>
            <a:spLocks noGrp="1"/>
          </p:cNvSpPr>
          <p:nvPr>
            <p:ph type="sldNum" sz="quarter" idx="12"/>
          </p:nvPr>
        </p:nvSpPr>
        <p:spPr/>
        <p:txBody>
          <a:bodyPr/>
          <a:lstStyle/>
          <a:p>
            <a:fld id="{361A9AFC-801F-4763-A8B5-F83A92A5C7F5}" type="slidenum">
              <a:rPr lang="en-US" smtClean="0"/>
              <a:t>40</a:t>
            </a:fld>
            <a:endParaRPr lang="en-US"/>
          </a:p>
        </p:txBody>
      </p:sp>
      <p:sp>
        <p:nvSpPr>
          <p:cNvPr id="5" name="Rectangle 4">
            <a:extLst>
              <a:ext uri="{FF2B5EF4-FFF2-40B4-BE49-F238E27FC236}">
                <a16:creationId xmlns:a16="http://schemas.microsoft.com/office/drawing/2014/main" id="{2D4E06B3-9494-4FD2-81A4-29F24AD6ACA2}"/>
              </a:ext>
            </a:extLst>
          </p:cNvPr>
          <p:cNvSpPr/>
          <p:nvPr/>
        </p:nvSpPr>
        <p:spPr>
          <a:xfrm>
            <a:off x="106016" y="65449"/>
            <a:ext cx="11966713" cy="6727102"/>
          </a:xfrm>
          <a:prstGeom prst="rect">
            <a:avLst/>
          </a:prstGeom>
          <a:noFill/>
          <a:ln>
            <a:solidFill>
              <a:schemeClr val="tx1"/>
            </a:solidFill>
          </a:ln>
          <a:effectLst>
            <a:outerShdw blurRad="50800" dist="50800" dir="5400000" sx="1000" sy="1000" algn="ctr" rotWithShape="0">
              <a:srgbClr val="000000">
                <a:alpha val="43137"/>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id="{03725207-8A3F-48A5-A6DE-781107EF7103}"/>
              </a:ext>
            </a:extLst>
          </p:cNvPr>
          <p:cNvCxnSpPr/>
          <p:nvPr/>
        </p:nvCxnSpPr>
        <p:spPr>
          <a:xfrm flipV="1">
            <a:off x="106016" y="689317"/>
            <a:ext cx="11979968" cy="98474"/>
          </a:xfrm>
          <a:prstGeom prst="line">
            <a:avLst/>
          </a:prstGeom>
        </p:spPr>
        <p:style>
          <a:lnRef idx="1">
            <a:schemeClr val="accent1"/>
          </a:lnRef>
          <a:fillRef idx="0">
            <a:schemeClr val="accent1"/>
          </a:fillRef>
          <a:effectRef idx="0">
            <a:schemeClr val="accent1"/>
          </a:effectRef>
          <a:fontRef idx="minor">
            <a:schemeClr val="tx1"/>
          </a:fontRef>
        </p:style>
      </p:cxnSp>
      <p:pic>
        <p:nvPicPr>
          <p:cNvPr id="10" name="Picture 9">
            <a:extLst>
              <a:ext uri="{FF2B5EF4-FFF2-40B4-BE49-F238E27FC236}">
                <a16:creationId xmlns:a16="http://schemas.microsoft.com/office/drawing/2014/main" id="{B16CEE20-F69A-5E3A-686C-419424D08B48}"/>
              </a:ext>
            </a:extLst>
          </p:cNvPr>
          <p:cNvPicPr>
            <a:picLocks noChangeAspect="1"/>
          </p:cNvPicPr>
          <p:nvPr/>
        </p:nvPicPr>
        <p:blipFill>
          <a:blip r:embed="rId2"/>
          <a:stretch>
            <a:fillRect/>
          </a:stretch>
        </p:blipFill>
        <p:spPr>
          <a:xfrm>
            <a:off x="755374" y="901149"/>
            <a:ext cx="10893287" cy="5579164"/>
          </a:xfrm>
          <a:prstGeom prst="rect">
            <a:avLst/>
          </a:prstGeom>
        </p:spPr>
      </p:pic>
    </p:spTree>
    <p:extLst>
      <p:ext uri="{BB962C8B-B14F-4D97-AF65-F5344CB8AC3E}">
        <p14:creationId xmlns:p14="http://schemas.microsoft.com/office/powerpoint/2010/main" val="88990916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B72AFA-42D1-40FE-9BB9-C35C1A3CB6CE}"/>
              </a:ext>
            </a:extLst>
          </p:cNvPr>
          <p:cNvSpPr>
            <a:spLocks noGrp="1"/>
          </p:cNvSpPr>
          <p:nvPr>
            <p:ph type="title"/>
          </p:nvPr>
        </p:nvSpPr>
        <p:spPr>
          <a:xfrm>
            <a:off x="199293" y="193748"/>
            <a:ext cx="10515600" cy="622179"/>
          </a:xfrm>
        </p:spPr>
        <p:txBody>
          <a:bodyPr>
            <a:normAutofit fontScale="90000"/>
          </a:bodyPr>
          <a:lstStyle/>
          <a:p>
            <a:r>
              <a:rPr lang="en-GB" b="1" dirty="0"/>
              <a:t>Random forest</a:t>
            </a:r>
            <a:endParaRPr lang="en-US" b="1" dirty="0"/>
          </a:p>
        </p:txBody>
      </p:sp>
      <p:pic>
        <p:nvPicPr>
          <p:cNvPr id="4" name="Content Placeholder 3">
            <a:extLst>
              <a:ext uri="{FF2B5EF4-FFF2-40B4-BE49-F238E27FC236}">
                <a16:creationId xmlns:a16="http://schemas.microsoft.com/office/drawing/2014/main" id="{0FA29168-2193-413D-8717-819298F6D223}"/>
              </a:ext>
            </a:extLst>
          </p:cNvPr>
          <p:cNvPicPr>
            <a:picLocks noGrp="1" noChangeAspect="1"/>
          </p:cNvPicPr>
          <p:nvPr>
            <p:ph idx="1"/>
          </p:nvPr>
        </p:nvPicPr>
        <p:blipFill>
          <a:blip r:embed="rId2"/>
          <a:stretch>
            <a:fillRect/>
          </a:stretch>
        </p:blipFill>
        <p:spPr>
          <a:xfrm>
            <a:off x="1431236" y="1311496"/>
            <a:ext cx="9395790" cy="4747198"/>
          </a:xfrm>
          <a:prstGeom prst="rect">
            <a:avLst/>
          </a:prstGeom>
        </p:spPr>
      </p:pic>
      <p:sp>
        <p:nvSpPr>
          <p:cNvPr id="3" name="Slide Number Placeholder 2">
            <a:extLst>
              <a:ext uri="{FF2B5EF4-FFF2-40B4-BE49-F238E27FC236}">
                <a16:creationId xmlns:a16="http://schemas.microsoft.com/office/drawing/2014/main" id="{48C2CD66-93CC-4CD0-8423-44D62778FFCA}"/>
              </a:ext>
            </a:extLst>
          </p:cNvPr>
          <p:cNvSpPr>
            <a:spLocks noGrp="1"/>
          </p:cNvSpPr>
          <p:nvPr>
            <p:ph type="sldNum" sz="quarter" idx="12"/>
          </p:nvPr>
        </p:nvSpPr>
        <p:spPr/>
        <p:txBody>
          <a:bodyPr/>
          <a:lstStyle/>
          <a:p>
            <a:fld id="{361A9AFC-801F-4763-A8B5-F83A92A5C7F5}" type="slidenum">
              <a:rPr lang="en-US" smtClean="0"/>
              <a:t>41</a:t>
            </a:fld>
            <a:endParaRPr lang="en-US"/>
          </a:p>
        </p:txBody>
      </p:sp>
      <p:sp>
        <p:nvSpPr>
          <p:cNvPr id="5" name="Rectangle 4">
            <a:extLst>
              <a:ext uri="{FF2B5EF4-FFF2-40B4-BE49-F238E27FC236}">
                <a16:creationId xmlns:a16="http://schemas.microsoft.com/office/drawing/2014/main" id="{F01269B6-CFFA-4201-8207-09707CBB11E2}"/>
              </a:ext>
            </a:extLst>
          </p:cNvPr>
          <p:cNvSpPr/>
          <p:nvPr/>
        </p:nvSpPr>
        <p:spPr>
          <a:xfrm>
            <a:off x="106016" y="65449"/>
            <a:ext cx="11966713" cy="6727102"/>
          </a:xfrm>
          <a:prstGeom prst="rect">
            <a:avLst/>
          </a:prstGeom>
          <a:noFill/>
          <a:ln>
            <a:solidFill>
              <a:schemeClr val="tx1"/>
            </a:solidFill>
          </a:ln>
          <a:effectLst>
            <a:outerShdw blurRad="50800" dist="50800" dir="5400000" sx="1000" sy="1000" algn="ctr" rotWithShape="0">
              <a:srgbClr val="000000">
                <a:alpha val="43137"/>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id="{0F498EB2-2B64-41E0-BED7-45EBFC327970}"/>
              </a:ext>
            </a:extLst>
          </p:cNvPr>
          <p:cNvCxnSpPr/>
          <p:nvPr/>
        </p:nvCxnSpPr>
        <p:spPr>
          <a:xfrm flipV="1">
            <a:off x="106016" y="689317"/>
            <a:ext cx="11979968" cy="98474"/>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0893153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D810BD-593A-4EC4-B5FD-AC22A124A5CE}"/>
              </a:ext>
            </a:extLst>
          </p:cNvPr>
          <p:cNvSpPr>
            <a:spLocks noGrp="1"/>
          </p:cNvSpPr>
          <p:nvPr>
            <p:ph type="title"/>
          </p:nvPr>
        </p:nvSpPr>
        <p:spPr>
          <a:xfrm>
            <a:off x="109330" y="206099"/>
            <a:ext cx="10515600" cy="773443"/>
          </a:xfrm>
        </p:spPr>
        <p:txBody>
          <a:bodyPr>
            <a:normAutofit/>
          </a:bodyPr>
          <a:lstStyle/>
          <a:p>
            <a:r>
              <a:rPr lang="en-GB" b="1" dirty="0"/>
              <a:t>Example of random forest with majority voting </a:t>
            </a:r>
            <a:endParaRPr lang="en-US" b="1" dirty="0"/>
          </a:p>
        </p:txBody>
      </p:sp>
      <p:pic>
        <p:nvPicPr>
          <p:cNvPr id="5" name="Content Placeholder 4">
            <a:extLst>
              <a:ext uri="{FF2B5EF4-FFF2-40B4-BE49-F238E27FC236}">
                <a16:creationId xmlns:a16="http://schemas.microsoft.com/office/drawing/2014/main" id="{8B8D0B73-0B24-42B0-BE03-20CAC4A129AB}"/>
              </a:ext>
            </a:extLst>
          </p:cNvPr>
          <p:cNvPicPr>
            <a:picLocks noGrp="1" noChangeAspect="1"/>
          </p:cNvPicPr>
          <p:nvPr>
            <p:ph idx="1"/>
          </p:nvPr>
        </p:nvPicPr>
        <p:blipFill>
          <a:blip r:embed="rId2"/>
          <a:stretch>
            <a:fillRect/>
          </a:stretch>
        </p:blipFill>
        <p:spPr>
          <a:xfrm>
            <a:off x="838200" y="2264898"/>
            <a:ext cx="4814486" cy="3340771"/>
          </a:xfrm>
        </p:spPr>
      </p:pic>
      <p:sp>
        <p:nvSpPr>
          <p:cNvPr id="4" name="Slide Number Placeholder 3">
            <a:extLst>
              <a:ext uri="{FF2B5EF4-FFF2-40B4-BE49-F238E27FC236}">
                <a16:creationId xmlns:a16="http://schemas.microsoft.com/office/drawing/2014/main" id="{B618AD34-F5F3-43C2-9D2D-AAEE9800E174}"/>
              </a:ext>
            </a:extLst>
          </p:cNvPr>
          <p:cNvSpPr>
            <a:spLocks noGrp="1"/>
          </p:cNvSpPr>
          <p:nvPr>
            <p:ph type="sldNum" sz="quarter" idx="12"/>
          </p:nvPr>
        </p:nvSpPr>
        <p:spPr/>
        <p:txBody>
          <a:bodyPr/>
          <a:lstStyle/>
          <a:p>
            <a:fld id="{361A9AFC-801F-4763-A8B5-F83A92A5C7F5}" type="slidenum">
              <a:rPr lang="en-US" smtClean="0"/>
              <a:t>42</a:t>
            </a:fld>
            <a:endParaRPr lang="en-US"/>
          </a:p>
        </p:txBody>
      </p:sp>
      <p:pic>
        <p:nvPicPr>
          <p:cNvPr id="3" name="Picture 2">
            <a:extLst>
              <a:ext uri="{FF2B5EF4-FFF2-40B4-BE49-F238E27FC236}">
                <a16:creationId xmlns:a16="http://schemas.microsoft.com/office/drawing/2014/main" id="{44E4C591-22E1-4663-84B6-3439BE066071}"/>
              </a:ext>
            </a:extLst>
          </p:cNvPr>
          <p:cNvPicPr>
            <a:picLocks noChangeAspect="1"/>
          </p:cNvPicPr>
          <p:nvPr/>
        </p:nvPicPr>
        <p:blipFill>
          <a:blip r:embed="rId3"/>
          <a:stretch>
            <a:fillRect/>
          </a:stretch>
        </p:blipFill>
        <p:spPr>
          <a:xfrm>
            <a:off x="6539314" y="2363372"/>
            <a:ext cx="4814485" cy="3340771"/>
          </a:xfrm>
          <a:prstGeom prst="rect">
            <a:avLst/>
          </a:prstGeom>
        </p:spPr>
      </p:pic>
      <p:sp>
        <p:nvSpPr>
          <p:cNvPr id="6" name="Rectangle 5">
            <a:extLst>
              <a:ext uri="{FF2B5EF4-FFF2-40B4-BE49-F238E27FC236}">
                <a16:creationId xmlns:a16="http://schemas.microsoft.com/office/drawing/2014/main" id="{E75DB49C-4B2D-43FC-8D83-C4D69FC468FA}"/>
              </a:ext>
            </a:extLst>
          </p:cNvPr>
          <p:cNvSpPr/>
          <p:nvPr/>
        </p:nvSpPr>
        <p:spPr>
          <a:xfrm>
            <a:off x="106016" y="65449"/>
            <a:ext cx="11966713" cy="6727102"/>
          </a:xfrm>
          <a:prstGeom prst="rect">
            <a:avLst/>
          </a:prstGeom>
          <a:noFill/>
          <a:ln>
            <a:solidFill>
              <a:schemeClr val="tx1"/>
            </a:solidFill>
          </a:ln>
          <a:effectLst>
            <a:outerShdw blurRad="50800" dist="50800" dir="5400000" sx="1000" sy="1000" algn="ctr" rotWithShape="0">
              <a:srgbClr val="000000">
                <a:alpha val="43137"/>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F6A302FF-E66D-494B-A2F6-DD3C6F5D6DD7}"/>
              </a:ext>
            </a:extLst>
          </p:cNvPr>
          <p:cNvCxnSpPr/>
          <p:nvPr/>
        </p:nvCxnSpPr>
        <p:spPr>
          <a:xfrm flipV="1">
            <a:off x="106016" y="689317"/>
            <a:ext cx="11979968" cy="98474"/>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8272838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F3F8DE-8CC6-43FC-9700-11E17AFB77F5}"/>
              </a:ext>
            </a:extLst>
          </p:cNvPr>
          <p:cNvSpPr>
            <a:spLocks noGrp="1"/>
          </p:cNvSpPr>
          <p:nvPr>
            <p:ph type="title"/>
          </p:nvPr>
        </p:nvSpPr>
        <p:spPr>
          <a:xfrm>
            <a:off x="191087" y="-634"/>
            <a:ext cx="6547338" cy="1140117"/>
          </a:xfrm>
        </p:spPr>
        <p:txBody>
          <a:bodyPr/>
          <a:lstStyle/>
          <a:p>
            <a:r>
              <a:rPr lang="en-GB" b="1" dirty="0"/>
              <a:t>Strengths and weakness</a:t>
            </a:r>
            <a:endParaRPr lang="en-US" b="1" dirty="0"/>
          </a:p>
        </p:txBody>
      </p:sp>
      <p:pic>
        <p:nvPicPr>
          <p:cNvPr id="5" name="Content Placeholder 4">
            <a:extLst>
              <a:ext uri="{FF2B5EF4-FFF2-40B4-BE49-F238E27FC236}">
                <a16:creationId xmlns:a16="http://schemas.microsoft.com/office/drawing/2014/main" id="{B2576D27-4F02-4ABA-AEE4-E4A9D0EEF0EA}"/>
              </a:ext>
            </a:extLst>
          </p:cNvPr>
          <p:cNvPicPr>
            <a:picLocks noGrp="1" noChangeAspect="1"/>
          </p:cNvPicPr>
          <p:nvPr>
            <p:ph idx="1"/>
          </p:nvPr>
        </p:nvPicPr>
        <p:blipFill>
          <a:blip r:embed="rId2"/>
          <a:stretch>
            <a:fillRect/>
          </a:stretch>
        </p:blipFill>
        <p:spPr>
          <a:xfrm>
            <a:off x="1577009" y="1139483"/>
            <a:ext cx="9462052" cy="2897945"/>
          </a:xfrm>
        </p:spPr>
      </p:pic>
      <p:sp>
        <p:nvSpPr>
          <p:cNvPr id="3" name="Slide Number Placeholder 2">
            <a:extLst>
              <a:ext uri="{FF2B5EF4-FFF2-40B4-BE49-F238E27FC236}">
                <a16:creationId xmlns:a16="http://schemas.microsoft.com/office/drawing/2014/main" id="{D20E21EB-6B3B-430B-8B3F-1442C2FC7404}"/>
              </a:ext>
            </a:extLst>
          </p:cNvPr>
          <p:cNvSpPr>
            <a:spLocks noGrp="1"/>
          </p:cNvSpPr>
          <p:nvPr>
            <p:ph type="sldNum" sz="quarter" idx="12"/>
          </p:nvPr>
        </p:nvSpPr>
        <p:spPr/>
        <p:txBody>
          <a:bodyPr/>
          <a:lstStyle/>
          <a:p>
            <a:fld id="{361A9AFC-801F-4763-A8B5-F83A92A5C7F5}" type="slidenum">
              <a:rPr lang="en-US" smtClean="0"/>
              <a:t>43</a:t>
            </a:fld>
            <a:endParaRPr lang="en-US"/>
          </a:p>
        </p:txBody>
      </p:sp>
      <p:pic>
        <p:nvPicPr>
          <p:cNvPr id="7" name="Picture 6">
            <a:extLst>
              <a:ext uri="{FF2B5EF4-FFF2-40B4-BE49-F238E27FC236}">
                <a16:creationId xmlns:a16="http://schemas.microsoft.com/office/drawing/2014/main" id="{A47AE75D-CA1F-41F6-BA5A-8286458D40EE}"/>
              </a:ext>
            </a:extLst>
          </p:cNvPr>
          <p:cNvPicPr>
            <a:picLocks noChangeAspect="1"/>
          </p:cNvPicPr>
          <p:nvPr/>
        </p:nvPicPr>
        <p:blipFill>
          <a:blip r:embed="rId3"/>
          <a:stretch>
            <a:fillRect/>
          </a:stretch>
        </p:blipFill>
        <p:spPr>
          <a:xfrm>
            <a:off x="1577009" y="4037427"/>
            <a:ext cx="8825948" cy="2455447"/>
          </a:xfrm>
          <a:prstGeom prst="rect">
            <a:avLst/>
          </a:prstGeom>
        </p:spPr>
      </p:pic>
      <p:sp>
        <p:nvSpPr>
          <p:cNvPr id="6" name="Rectangle 5">
            <a:extLst>
              <a:ext uri="{FF2B5EF4-FFF2-40B4-BE49-F238E27FC236}">
                <a16:creationId xmlns:a16="http://schemas.microsoft.com/office/drawing/2014/main" id="{17AD352D-7A27-4521-86E7-D93E94193A89}"/>
              </a:ext>
            </a:extLst>
          </p:cNvPr>
          <p:cNvSpPr/>
          <p:nvPr/>
        </p:nvSpPr>
        <p:spPr>
          <a:xfrm>
            <a:off x="106016" y="78701"/>
            <a:ext cx="11966713" cy="6727102"/>
          </a:xfrm>
          <a:prstGeom prst="rect">
            <a:avLst/>
          </a:prstGeom>
          <a:noFill/>
          <a:ln>
            <a:solidFill>
              <a:schemeClr val="tx1"/>
            </a:solidFill>
          </a:ln>
          <a:effectLst>
            <a:outerShdw blurRad="50800" dist="50800" dir="5400000" sx="1000" sy="1000" algn="ctr" rotWithShape="0">
              <a:srgbClr val="000000">
                <a:alpha val="43137"/>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a:extLst>
              <a:ext uri="{FF2B5EF4-FFF2-40B4-BE49-F238E27FC236}">
                <a16:creationId xmlns:a16="http://schemas.microsoft.com/office/drawing/2014/main" id="{7853C016-570D-4F3E-B32E-00676B8D5853}"/>
              </a:ext>
            </a:extLst>
          </p:cNvPr>
          <p:cNvCxnSpPr/>
          <p:nvPr/>
        </p:nvCxnSpPr>
        <p:spPr>
          <a:xfrm flipV="1">
            <a:off x="106016" y="702569"/>
            <a:ext cx="11979968" cy="98474"/>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9866345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25214B3-2EF6-7B40-BF72-1966D20BA53C}"/>
              </a:ext>
            </a:extLst>
          </p:cNvPr>
          <p:cNvPicPr>
            <a:picLocks noChangeAspect="1"/>
          </p:cNvPicPr>
          <p:nvPr/>
        </p:nvPicPr>
        <p:blipFill>
          <a:blip r:embed="rId2"/>
          <a:stretch>
            <a:fillRect/>
          </a:stretch>
        </p:blipFill>
        <p:spPr>
          <a:xfrm>
            <a:off x="2050025" y="442452"/>
            <a:ext cx="8598309" cy="5958347"/>
          </a:xfrm>
          <a:prstGeom prst="rect">
            <a:avLst/>
          </a:prstGeom>
        </p:spPr>
      </p:pic>
    </p:spTree>
    <p:extLst>
      <p:ext uri="{BB962C8B-B14F-4D97-AF65-F5344CB8AC3E}">
        <p14:creationId xmlns:p14="http://schemas.microsoft.com/office/powerpoint/2010/main" val="296999699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a:extLst>
              <a:ext uri="{FF2B5EF4-FFF2-40B4-BE49-F238E27FC236}">
                <a16:creationId xmlns:a16="http://schemas.microsoft.com/office/drawing/2014/main" id="{4707624B-F44B-4AF5-3237-DE417E049E0E}"/>
              </a:ext>
            </a:extLst>
          </p:cNvPr>
          <p:cNvSpPr>
            <a:spLocks noGrp="1" noChangeArrowheads="1"/>
          </p:cNvSpPr>
          <p:nvPr>
            <p:ph type="title"/>
          </p:nvPr>
        </p:nvSpPr>
        <p:spPr>
          <a:xfrm>
            <a:off x="167148" y="342900"/>
            <a:ext cx="9144000" cy="609600"/>
          </a:xfrm>
        </p:spPr>
        <p:txBody>
          <a:bodyPr/>
          <a:lstStyle/>
          <a:p>
            <a:r>
              <a:rPr lang="en-US" altLang="en-US" sz="3200" b="1" dirty="0"/>
              <a:t>Classification of Class-Imbalanced Data Sets</a:t>
            </a:r>
          </a:p>
        </p:txBody>
      </p:sp>
      <p:sp>
        <p:nvSpPr>
          <p:cNvPr id="82947" name="Rectangle 3">
            <a:extLst>
              <a:ext uri="{FF2B5EF4-FFF2-40B4-BE49-F238E27FC236}">
                <a16:creationId xmlns:a16="http://schemas.microsoft.com/office/drawing/2014/main" id="{AE615313-6842-CE93-1D83-66A9E4AD238E}"/>
              </a:ext>
            </a:extLst>
          </p:cNvPr>
          <p:cNvSpPr>
            <a:spLocks noGrp="1" noChangeArrowheads="1"/>
          </p:cNvSpPr>
          <p:nvPr>
            <p:ph type="body" idx="1"/>
          </p:nvPr>
        </p:nvSpPr>
        <p:spPr>
          <a:xfrm>
            <a:off x="1828800" y="1295400"/>
            <a:ext cx="8686800" cy="5105400"/>
          </a:xfrm>
        </p:spPr>
        <p:txBody>
          <a:bodyPr>
            <a:normAutofit lnSpcReduction="10000"/>
          </a:bodyPr>
          <a:lstStyle/>
          <a:p>
            <a:pPr algn="just">
              <a:lnSpc>
                <a:spcPct val="90000"/>
              </a:lnSpc>
            </a:pPr>
            <a:r>
              <a:rPr lang="en-US" altLang="en-US" sz="2400" dirty="0"/>
              <a:t>Class-imbalance problem: Rare positive example but numerous negative ones, e.g., medical diagnosis, fraud, oil-spill, fault, etc. </a:t>
            </a:r>
          </a:p>
          <a:p>
            <a:pPr algn="just">
              <a:lnSpc>
                <a:spcPct val="90000"/>
              </a:lnSpc>
            </a:pPr>
            <a:r>
              <a:rPr lang="en-US" altLang="en-US" sz="2400" dirty="0"/>
              <a:t>Traditional methods assume a balanced distribution of classes and equal error costs: not suitable for class-imbalanced data</a:t>
            </a:r>
          </a:p>
          <a:p>
            <a:pPr algn="just">
              <a:lnSpc>
                <a:spcPct val="90000"/>
              </a:lnSpc>
            </a:pPr>
            <a:r>
              <a:rPr lang="en-US" altLang="en-US" sz="2400" dirty="0"/>
              <a:t>Typical methods for imbalance data in 2-class classification: </a:t>
            </a:r>
          </a:p>
          <a:p>
            <a:pPr lvl="1" algn="just">
              <a:lnSpc>
                <a:spcPct val="90000"/>
              </a:lnSpc>
            </a:pPr>
            <a:r>
              <a:rPr lang="en-US" altLang="en-US" b="1" dirty="0"/>
              <a:t>Oversampling</a:t>
            </a:r>
            <a:r>
              <a:rPr lang="en-US" altLang="en-US" dirty="0"/>
              <a:t>: re-sampling of data from positive class</a:t>
            </a:r>
          </a:p>
          <a:p>
            <a:pPr lvl="1" algn="just">
              <a:lnSpc>
                <a:spcPct val="90000"/>
              </a:lnSpc>
            </a:pPr>
            <a:r>
              <a:rPr lang="en-US" altLang="en-US" b="1" dirty="0"/>
              <a:t>Under-sampling</a:t>
            </a:r>
            <a:r>
              <a:rPr lang="en-US" altLang="en-US" dirty="0"/>
              <a:t>: randomly eliminate  tuples from negative class</a:t>
            </a:r>
          </a:p>
          <a:p>
            <a:pPr lvl="1" algn="just">
              <a:lnSpc>
                <a:spcPct val="90000"/>
              </a:lnSpc>
            </a:pPr>
            <a:r>
              <a:rPr lang="en-US" altLang="en-US" b="1" dirty="0"/>
              <a:t>Threshold-moving</a:t>
            </a:r>
            <a:r>
              <a:rPr lang="en-US" altLang="en-US" dirty="0"/>
              <a:t>: moves the decision threshold, t, so that the rare class tuples are easier to classify, and hence, less chance of costly false negative errors</a:t>
            </a:r>
          </a:p>
          <a:p>
            <a:pPr lvl="1" algn="just">
              <a:lnSpc>
                <a:spcPct val="90000"/>
              </a:lnSpc>
            </a:pPr>
            <a:r>
              <a:rPr lang="en-US" altLang="en-US" dirty="0"/>
              <a:t>Ensemble techniques: Ensemble multiple classifiers introduced above</a:t>
            </a:r>
          </a:p>
          <a:p>
            <a:pPr algn="just">
              <a:lnSpc>
                <a:spcPct val="90000"/>
              </a:lnSpc>
            </a:pPr>
            <a:r>
              <a:rPr lang="en-US" altLang="en-US" sz="2400" dirty="0"/>
              <a:t>Still difficult for class imbalance problem on multiclass tasks</a:t>
            </a:r>
          </a:p>
        </p:txBody>
      </p:sp>
      <p:sp>
        <p:nvSpPr>
          <p:cNvPr id="82948" name="Slide Number Placeholder 7">
            <a:extLst>
              <a:ext uri="{FF2B5EF4-FFF2-40B4-BE49-F238E27FC236}">
                <a16:creationId xmlns:a16="http://schemas.microsoft.com/office/drawing/2014/main" id="{6E7FAD91-30B6-A7FC-6EFE-CE300B6CA54D}"/>
              </a:ext>
            </a:extLst>
          </p:cNvPr>
          <p:cNvSpPr txBox="1">
            <a:spLocks noGrp="1"/>
          </p:cNvSpPr>
          <p:nvPr/>
        </p:nvSpPr>
        <p:spPr bwMode="auto">
          <a:xfrm>
            <a:off x="8763000" y="6477000"/>
            <a:ext cx="1905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folHlink"/>
              </a:buClr>
              <a:buSzPct val="60000"/>
              <a:buFont typeface="Wingdings" panose="05000000000000000000" pitchFamily="2" charset="2"/>
              <a:buChar char="n"/>
              <a:defRPr sz="2800">
                <a:solidFill>
                  <a:schemeClr val="tx1"/>
                </a:solidFill>
                <a:latin typeface="Calibri" panose="020F050202020403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alibri" panose="020F050202020403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alibri" panose="020F050202020403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alibri" panose="020F050202020403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9pPr>
          </a:lstStyle>
          <a:p>
            <a:pPr algn="r" eaLnBrk="1" hangingPunct="1">
              <a:spcBef>
                <a:spcPct val="0"/>
              </a:spcBef>
              <a:buClrTx/>
              <a:buSzTx/>
              <a:buFontTx/>
              <a:buNone/>
            </a:pPr>
            <a:fld id="{686ACF6D-E2D2-4DCB-A5B5-A2B075E05EC9}" type="slidenum">
              <a:rPr lang="en-US" altLang="en-US" sz="1200" b="1"/>
              <a:pPr algn="r" eaLnBrk="1" hangingPunct="1">
                <a:spcBef>
                  <a:spcPct val="0"/>
                </a:spcBef>
                <a:buClrTx/>
                <a:buSzTx/>
                <a:buFontTx/>
                <a:buNone/>
              </a:pPr>
              <a:t>45</a:t>
            </a:fld>
            <a:endParaRPr lang="en-US" altLang="en-US" sz="1200" b="1"/>
          </a:p>
        </p:txBody>
      </p:sp>
    </p:spTree>
    <p:extLst>
      <p:ext uri="{BB962C8B-B14F-4D97-AF65-F5344CB8AC3E}">
        <p14:creationId xmlns:p14="http://schemas.microsoft.com/office/powerpoint/2010/main" val="87409534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5940A4-8315-47E6-896D-3493BB4070A4}"/>
              </a:ext>
            </a:extLst>
          </p:cNvPr>
          <p:cNvSpPr>
            <a:spLocks noGrp="1"/>
          </p:cNvSpPr>
          <p:nvPr>
            <p:ph type="title"/>
          </p:nvPr>
        </p:nvSpPr>
        <p:spPr>
          <a:xfrm>
            <a:off x="238540" y="99391"/>
            <a:ext cx="10850217" cy="1325563"/>
          </a:xfrm>
        </p:spPr>
        <p:txBody>
          <a:bodyPr>
            <a:normAutofit/>
          </a:bodyPr>
          <a:lstStyle/>
          <a:p>
            <a:r>
              <a:rPr lang="en-GB" b="1" dirty="0"/>
              <a:t>Difference between Decision tree, Random forest</a:t>
            </a:r>
            <a:endParaRPr lang="en-US" b="1" dirty="0"/>
          </a:p>
        </p:txBody>
      </p:sp>
      <p:sp>
        <p:nvSpPr>
          <p:cNvPr id="3" name="Slide Number Placeholder 2">
            <a:extLst>
              <a:ext uri="{FF2B5EF4-FFF2-40B4-BE49-F238E27FC236}">
                <a16:creationId xmlns:a16="http://schemas.microsoft.com/office/drawing/2014/main" id="{222B5028-ED42-41F9-9DF3-2EE28CD3F1D1}"/>
              </a:ext>
            </a:extLst>
          </p:cNvPr>
          <p:cNvSpPr>
            <a:spLocks noGrp="1"/>
          </p:cNvSpPr>
          <p:nvPr>
            <p:ph type="sldNum" sz="quarter" idx="12"/>
          </p:nvPr>
        </p:nvSpPr>
        <p:spPr/>
        <p:txBody>
          <a:bodyPr/>
          <a:lstStyle/>
          <a:p>
            <a:fld id="{361A9AFC-801F-4763-A8B5-F83A92A5C7F5}" type="slidenum">
              <a:rPr lang="en-US" smtClean="0"/>
              <a:t>46</a:t>
            </a:fld>
            <a:endParaRPr lang="en-US"/>
          </a:p>
        </p:txBody>
      </p:sp>
      <p:pic>
        <p:nvPicPr>
          <p:cNvPr id="5" name="Picture 4" descr="Text&#10;&#10;Description automatically generated">
            <a:extLst>
              <a:ext uri="{FF2B5EF4-FFF2-40B4-BE49-F238E27FC236}">
                <a16:creationId xmlns:a16="http://schemas.microsoft.com/office/drawing/2014/main" id="{6AE7ABEB-85DD-4FA5-B9BB-FA4796AC82B3}"/>
              </a:ext>
            </a:extLst>
          </p:cNvPr>
          <p:cNvPicPr>
            <a:picLocks noChangeAspect="1"/>
          </p:cNvPicPr>
          <p:nvPr/>
        </p:nvPicPr>
        <p:blipFill rotWithShape="1">
          <a:blip r:embed="rId2">
            <a:extLst>
              <a:ext uri="{28A0092B-C50C-407E-A947-70E740481C1C}">
                <a14:useLocalDpi xmlns:a14="http://schemas.microsoft.com/office/drawing/2010/main" val="0"/>
              </a:ext>
            </a:extLst>
          </a:blip>
          <a:srcRect t="18257"/>
          <a:stretch/>
        </p:blipFill>
        <p:spPr>
          <a:xfrm>
            <a:off x="2623929" y="1305237"/>
            <a:ext cx="7659757" cy="5148572"/>
          </a:xfrm>
          <a:prstGeom prst="rect">
            <a:avLst/>
          </a:prstGeom>
        </p:spPr>
      </p:pic>
      <p:sp>
        <p:nvSpPr>
          <p:cNvPr id="6" name="Rectangle 5">
            <a:extLst>
              <a:ext uri="{FF2B5EF4-FFF2-40B4-BE49-F238E27FC236}">
                <a16:creationId xmlns:a16="http://schemas.microsoft.com/office/drawing/2014/main" id="{D7DDA6A5-EFC3-4B46-A172-396CC8272CF8}"/>
              </a:ext>
            </a:extLst>
          </p:cNvPr>
          <p:cNvSpPr/>
          <p:nvPr/>
        </p:nvSpPr>
        <p:spPr>
          <a:xfrm>
            <a:off x="106016" y="65449"/>
            <a:ext cx="11966713" cy="6727102"/>
          </a:xfrm>
          <a:prstGeom prst="rect">
            <a:avLst/>
          </a:prstGeom>
          <a:noFill/>
          <a:ln>
            <a:solidFill>
              <a:schemeClr val="tx1"/>
            </a:solidFill>
          </a:ln>
          <a:effectLst>
            <a:outerShdw blurRad="50800" dist="50800" dir="5400000" sx="1000" sy="1000" algn="ctr" rotWithShape="0">
              <a:srgbClr val="000000">
                <a:alpha val="43137"/>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886CF582-E93B-4F8B-B95A-61A9233EE00F}"/>
              </a:ext>
            </a:extLst>
          </p:cNvPr>
          <p:cNvCxnSpPr/>
          <p:nvPr/>
        </p:nvCxnSpPr>
        <p:spPr>
          <a:xfrm flipV="1">
            <a:off x="106016" y="689317"/>
            <a:ext cx="11979968" cy="98474"/>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5322209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08988D-318C-415C-8AE9-73E1A91C79D9}"/>
              </a:ext>
            </a:extLst>
          </p:cNvPr>
          <p:cNvSpPr>
            <a:spLocks noGrp="1"/>
          </p:cNvSpPr>
          <p:nvPr>
            <p:ph type="title"/>
          </p:nvPr>
        </p:nvSpPr>
        <p:spPr>
          <a:xfrm>
            <a:off x="215348" y="179594"/>
            <a:ext cx="10515600" cy="643411"/>
          </a:xfrm>
        </p:spPr>
        <p:txBody>
          <a:bodyPr>
            <a:normAutofit fontScale="90000"/>
          </a:bodyPr>
          <a:lstStyle/>
          <a:p>
            <a:r>
              <a:rPr lang="en-GB" b="1" dirty="0"/>
              <a:t>Difference between Bagging vs Random forest</a:t>
            </a:r>
            <a:endParaRPr lang="en-US" b="1" dirty="0"/>
          </a:p>
        </p:txBody>
      </p:sp>
      <p:pic>
        <p:nvPicPr>
          <p:cNvPr id="5" name="Content Placeholder 4" descr="Diagram&#10;&#10;Description automatically generated">
            <a:extLst>
              <a:ext uri="{FF2B5EF4-FFF2-40B4-BE49-F238E27FC236}">
                <a16:creationId xmlns:a16="http://schemas.microsoft.com/office/drawing/2014/main" id="{91C666B5-9539-4043-96D4-C6CC3F688E81}"/>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t="19577" b="9721"/>
          <a:stretch/>
        </p:blipFill>
        <p:spPr>
          <a:xfrm>
            <a:off x="2491409" y="1319627"/>
            <a:ext cx="6997148" cy="5173249"/>
          </a:xfrm>
        </p:spPr>
      </p:pic>
      <p:sp>
        <p:nvSpPr>
          <p:cNvPr id="3" name="Slide Number Placeholder 2">
            <a:extLst>
              <a:ext uri="{FF2B5EF4-FFF2-40B4-BE49-F238E27FC236}">
                <a16:creationId xmlns:a16="http://schemas.microsoft.com/office/drawing/2014/main" id="{241BAF53-F01C-466C-854A-0A926BFA2663}"/>
              </a:ext>
            </a:extLst>
          </p:cNvPr>
          <p:cNvSpPr>
            <a:spLocks noGrp="1"/>
          </p:cNvSpPr>
          <p:nvPr>
            <p:ph type="sldNum" sz="quarter" idx="12"/>
          </p:nvPr>
        </p:nvSpPr>
        <p:spPr/>
        <p:txBody>
          <a:bodyPr/>
          <a:lstStyle/>
          <a:p>
            <a:fld id="{361A9AFC-801F-4763-A8B5-F83A92A5C7F5}" type="slidenum">
              <a:rPr lang="en-US" smtClean="0"/>
              <a:t>47</a:t>
            </a:fld>
            <a:endParaRPr lang="en-US"/>
          </a:p>
        </p:txBody>
      </p:sp>
      <p:sp>
        <p:nvSpPr>
          <p:cNvPr id="6" name="Rectangle 5">
            <a:extLst>
              <a:ext uri="{FF2B5EF4-FFF2-40B4-BE49-F238E27FC236}">
                <a16:creationId xmlns:a16="http://schemas.microsoft.com/office/drawing/2014/main" id="{C97EBFAF-AEC7-4E9C-8829-DD7FDE8246C6}"/>
              </a:ext>
            </a:extLst>
          </p:cNvPr>
          <p:cNvSpPr/>
          <p:nvPr/>
        </p:nvSpPr>
        <p:spPr>
          <a:xfrm>
            <a:off x="106016" y="65449"/>
            <a:ext cx="11966713" cy="6727102"/>
          </a:xfrm>
          <a:prstGeom prst="rect">
            <a:avLst/>
          </a:prstGeom>
          <a:noFill/>
          <a:ln>
            <a:solidFill>
              <a:schemeClr val="tx1"/>
            </a:solidFill>
          </a:ln>
          <a:effectLst>
            <a:outerShdw blurRad="50800" dist="50800" dir="5400000" sx="1000" sy="1000" algn="ctr" rotWithShape="0">
              <a:srgbClr val="000000">
                <a:alpha val="43137"/>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ADAB25D1-2F32-4258-9B83-DA14474F1281}"/>
              </a:ext>
            </a:extLst>
          </p:cNvPr>
          <p:cNvCxnSpPr/>
          <p:nvPr/>
        </p:nvCxnSpPr>
        <p:spPr>
          <a:xfrm flipV="1">
            <a:off x="106016" y="689317"/>
            <a:ext cx="11979968" cy="98474"/>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781805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657</TotalTime>
  <Words>1774</Words>
  <Application>Microsoft Office PowerPoint</Application>
  <PresentationFormat>Widescreen</PresentationFormat>
  <Paragraphs>162</Paragraphs>
  <Slides>47</Slides>
  <Notes>8</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47</vt:i4>
      </vt:variant>
    </vt:vector>
  </HeadingPairs>
  <TitlesOfParts>
    <vt:vector size="58" baseType="lpstr">
      <vt:lpstr>Aptos</vt:lpstr>
      <vt:lpstr>Arial</vt:lpstr>
      <vt:lpstr>Calibri</vt:lpstr>
      <vt:lpstr>Calibri Light</vt:lpstr>
      <vt:lpstr>EB Garamond</vt:lpstr>
      <vt:lpstr>Google Sans</vt:lpstr>
      <vt:lpstr>Nunito</vt:lpstr>
      <vt:lpstr>Studio-Feixen-Sans</vt:lpstr>
      <vt:lpstr>urw-din</vt:lpstr>
      <vt:lpstr>Verdana</vt:lpstr>
      <vt:lpstr>Office Theme</vt:lpstr>
      <vt:lpstr>DS-UNIT-IV</vt:lpstr>
      <vt:lpstr>Regression performance metrics</vt:lpstr>
      <vt:lpstr>PowerPoint Presentation</vt:lpstr>
      <vt:lpstr>PowerPoint Presentation</vt:lpstr>
      <vt:lpstr>PowerPoint Presentation</vt:lpstr>
      <vt:lpstr>Classification Model Evaluation Metrics</vt:lpstr>
      <vt:lpstr>Classification Model Evaluation Metrics: Confusion Matrix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ROC Curve(Receiver Operating Characteristic curve)</vt:lpstr>
      <vt:lpstr>PowerPoint Presentation</vt:lpstr>
      <vt:lpstr>PowerPoint Presentation</vt:lpstr>
      <vt:lpstr>PowerPoint Presentation</vt:lpstr>
      <vt:lpstr>Techniques To Evaluate Accuracy of Classifier </vt:lpstr>
      <vt:lpstr>Techniques To Evaluate Accuracy of Classifier : Hold Out Method</vt:lpstr>
      <vt:lpstr>Techniques To Evaluate Accuracy of Classifier: Random Sampling </vt:lpstr>
      <vt:lpstr>Techniques To Evaluate Accuracy of Classifier : K- Cross validation</vt:lpstr>
      <vt:lpstr>PowerPoint Presentation</vt:lpstr>
      <vt:lpstr>Evaluating Classifier Accuracy: Bootstrap</vt:lpstr>
      <vt:lpstr>Techniques to Improve Classification Accuracy</vt:lpstr>
      <vt:lpstr>Ensemble Methods: Increasing the Accuracy</vt:lpstr>
      <vt:lpstr>Ensemble Algorithms</vt:lpstr>
      <vt:lpstr>Why do ensembles work?</vt:lpstr>
      <vt:lpstr>Types of ensemble method</vt:lpstr>
      <vt:lpstr>Bagging( Bootstrap Aggregation)</vt:lpstr>
      <vt:lpstr>Implementation steps of Bagging(Bootstrap)</vt:lpstr>
      <vt:lpstr>Boosting</vt:lpstr>
      <vt:lpstr>Boosting</vt:lpstr>
      <vt:lpstr>Boosting </vt:lpstr>
      <vt:lpstr>Boosting Algorithm</vt:lpstr>
      <vt:lpstr>Differences Bagging and Boosting</vt:lpstr>
      <vt:lpstr>Decision tree: Its issues</vt:lpstr>
      <vt:lpstr>Random forest</vt:lpstr>
      <vt:lpstr>PowerPoint Presentation</vt:lpstr>
      <vt:lpstr>Random Forest </vt:lpstr>
      <vt:lpstr>Random forest</vt:lpstr>
      <vt:lpstr>Example of random forest with majority voting </vt:lpstr>
      <vt:lpstr>Strengths and weakness</vt:lpstr>
      <vt:lpstr>PowerPoint Presentation</vt:lpstr>
      <vt:lpstr>Classification of Class-Imbalanced Data Sets</vt:lpstr>
      <vt:lpstr>Difference between Decision tree, Random forest</vt:lpstr>
      <vt:lpstr>Difference between Bagging vs Random forest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UNIT-II</dc:title>
  <dc:creator>K Dhanasree</dc:creator>
  <cp:lastModifiedBy>CVR</cp:lastModifiedBy>
  <cp:revision>58</cp:revision>
  <dcterms:created xsi:type="dcterms:W3CDTF">2021-04-03T04:51:47Z</dcterms:created>
  <dcterms:modified xsi:type="dcterms:W3CDTF">2026-09-30T05:27:01Z</dcterms:modified>
</cp:coreProperties>
</file>
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72" r:id="rId1"/>
    <p:sldMasterId id="2147483660" r:id="rId2"/>
  </p:sldMasterIdLst>
  <p:notesMasterIdLst>
    <p:notesMasterId r:id="rId37"/>
  </p:notesMasterIdLst>
  <p:sldIdLst>
    <p:sldId id="286" r:id="rId3"/>
    <p:sldId id="422" r:id="rId4"/>
    <p:sldId id="258" r:id="rId5"/>
    <p:sldId id="262" r:id="rId6"/>
    <p:sldId id="265" r:id="rId7"/>
    <p:sldId id="440" r:id="rId8"/>
    <p:sldId id="428" r:id="rId9"/>
    <p:sldId id="430" r:id="rId10"/>
    <p:sldId id="432" r:id="rId11"/>
    <p:sldId id="431" r:id="rId12"/>
    <p:sldId id="269" r:id="rId13"/>
    <p:sldId id="274" r:id="rId14"/>
    <p:sldId id="275" r:id="rId15"/>
    <p:sldId id="438" r:id="rId16"/>
    <p:sldId id="423" r:id="rId17"/>
    <p:sldId id="287" r:id="rId18"/>
    <p:sldId id="288" r:id="rId19"/>
    <p:sldId id="289" r:id="rId20"/>
    <p:sldId id="290" r:id="rId21"/>
    <p:sldId id="291" r:id="rId22"/>
    <p:sldId id="292" r:id="rId23"/>
    <p:sldId id="294" r:id="rId24"/>
    <p:sldId id="439" r:id="rId25"/>
    <p:sldId id="435" r:id="rId26"/>
    <p:sldId id="434" r:id="rId27"/>
    <p:sldId id="433" r:id="rId28"/>
    <p:sldId id="436" r:id="rId29"/>
    <p:sldId id="437" r:id="rId30"/>
    <p:sldId id="296" r:id="rId31"/>
    <p:sldId id="298" r:id="rId32"/>
    <p:sldId id="299" r:id="rId33"/>
    <p:sldId id="300" r:id="rId34"/>
    <p:sldId id="301" r:id="rId35"/>
    <p:sldId id="302" r:id="rId36"/>
  </p:sldIdLst>
  <p:sldSz cx="12192000" cy="6858000"/>
  <p:notesSz cx="7010400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A1A0F0F-F551-42B6-ADC5-977B5E68FC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9D35C3F-03E4-4020-A475-C7355AE18D6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6BAA03F-83E7-4116-90E2-0615858E67B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7038" y="692150"/>
            <a:ext cx="61563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1256D64-25EB-4F7E-AAE2-F6F44FAE2B2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387850"/>
            <a:ext cx="5607050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3B1060CB-AB77-483D-B91D-E6B9C3C45E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25A36ED5-7CC2-4C8E-B100-FEE7FD6AE3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B59C1B11-A912-4241-9AD2-DB668146FD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68B9-84E6-4F78-AB89-A55B9381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5F01C-BB1D-4428-B425-B0268A3D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5C7F8-C311-4CEC-AAF9-8B4963BD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E21C2-37B0-47EB-9CEB-DD23DCB587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1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03467-4F4E-4E9E-84AE-80F2B2D6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7E49D-851C-4C36-B0A5-6F364A57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5C0D1-DD70-47B3-B2A1-E28B2373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8AB6D-7593-4A7E-9FD1-8B6E40C6E2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4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92AE8-48A4-4D95-84A2-526DDFDF2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55710-F015-4FD6-B12C-AC0F2D93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B9F07-6631-4B59-B021-15BBDE66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E78B7-878F-41C6-89AB-DB30969EA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4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AE1562F-DD0F-4E70-A080-58361EBA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22D448-7713-407E-BA3D-DCFDC3D6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411677A-B39F-4B4D-8BF2-828FD2A5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A7CA2-8B1E-4938-A22C-66D617BDCE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3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9227E62-5614-437D-9F31-C11777E0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B9C33E7-836E-4DF9-A5E9-6A9FC53B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E6F4CCD-CAA0-4F6C-97AB-E4DB2DF0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CBE1A-9F86-48A2-A302-3BC4EA8D14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3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CC6150-241F-4B2E-85CE-3F53A326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ED6E59-7550-4A8C-BAAB-AE40BDD9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380B50-33E3-4D52-8C34-1EFB6203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4B7CD-6CC5-4CFF-9476-E572F3D77A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9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721E7-2F7E-4695-9BB0-14C727CA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45C07DC-3356-469D-A7E3-63514693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840CDC2-A243-4D83-A3C8-0C2F0ED0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8B7B0-8E22-4A99-A4A4-5B97110E7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4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EDA4FC5-90A0-4D29-87D5-CA97010F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E85E9C-AE44-4939-85D2-F7652B05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AAC270-A725-47F5-A851-F8E26F241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85F55-AB4A-4C44-8A20-3F65F2E810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8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423619-0248-496E-9453-957B45A9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9BFF34D-5E83-435E-AEB9-874B3E13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D0A34E-2128-4E2A-9191-164653A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B3D0F-3145-4A8B-8886-68A0F86395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9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0EC7C-F03A-426F-86F5-BE34269F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A559D-E295-49E2-BF8B-FC4E219F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69B92-2599-4A5E-8C6F-7227DE16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77AFC-D178-4276-8491-EFCC28320F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9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3FCDF-6639-4D15-A9C3-55DAE981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6B0AD-D318-4848-A3A7-B6924D67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B370F-8E36-42F8-A846-50FFF2DF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AB334-1544-43C5-85A4-C330E22040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85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3934264" y="1555261"/>
            <a:ext cx="853441" cy="853441"/>
          </a:xfrm>
          <a:prstGeom prst="star4">
            <a:avLst>
              <a:gd name="adj" fmla="val 137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69E86D-2093-4CE3-AFAD-5ED890C95422}"/>
              </a:ext>
            </a:extLst>
          </p:cNvPr>
          <p:cNvSpPr/>
          <p:nvPr userDrawn="1"/>
        </p:nvSpPr>
        <p:spPr>
          <a:xfrm>
            <a:off x="1" y="1"/>
            <a:ext cx="2489199" cy="2489199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3C0C18-3CFA-482C-8E5E-2A541D4A1B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584200"/>
            <a:ext cx="4968876" cy="56515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4482610"/>
            <a:ext cx="5088596" cy="17530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584200"/>
            <a:ext cx="5088596" cy="377776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473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25BF8A-004D-94E1-4FBE-91EC9AA18123}"/>
              </a:ext>
            </a:extLst>
          </p:cNvPr>
          <p:cNvSpPr/>
          <p:nvPr userDrawn="1"/>
        </p:nvSpPr>
        <p:spPr>
          <a:xfrm>
            <a:off x="188916" y="584200"/>
            <a:ext cx="10869606" cy="5666740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D01BBD8-8FB4-3E34-468E-B47FB2E3021E}"/>
              </a:ext>
            </a:extLst>
          </p:cNvPr>
          <p:cNvSpPr/>
          <p:nvPr userDrawn="1"/>
        </p:nvSpPr>
        <p:spPr>
          <a:xfrm>
            <a:off x="188915" y="571501"/>
            <a:ext cx="2097085" cy="2097085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0F7D2A6-FC5D-3671-CC9F-82B0B40BCCBC}"/>
              </a:ext>
            </a:extLst>
          </p:cNvPr>
          <p:cNvSpPr/>
          <p:nvPr userDrawn="1"/>
        </p:nvSpPr>
        <p:spPr>
          <a:xfrm flipH="1" flipV="1">
            <a:off x="8969057" y="4161082"/>
            <a:ext cx="2097085" cy="2097085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9598819" y="999097"/>
            <a:ext cx="853441" cy="853441"/>
          </a:xfrm>
          <a:prstGeom prst="star4">
            <a:avLst>
              <a:gd name="adj" fmla="val 13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>
              <a:solidFill>
                <a:schemeClr val="bg1"/>
              </a:solidFill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1899" y="4032003"/>
            <a:ext cx="8803640" cy="1546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899" y="1425818"/>
            <a:ext cx="8803640" cy="2485536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032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987A55-0CFD-1DD6-90FF-2C3F57A7D30D}"/>
              </a:ext>
            </a:extLst>
          </p:cNvPr>
          <p:cNvSpPr/>
          <p:nvPr userDrawn="1"/>
        </p:nvSpPr>
        <p:spPr>
          <a:xfrm>
            <a:off x="0" y="0"/>
            <a:ext cx="10164762" cy="6858000"/>
          </a:xfrm>
          <a:custGeom>
            <a:avLst/>
            <a:gdLst>
              <a:gd name="connsiteX0" fmla="*/ 0 w 10164762"/>
              <a:gd name="connsiteY0" fmla="*/ 0 h 6858000"/>
              <a:gd name="connsiteX1" fmla="*/ 10164762 w 10164762"/>
              <a:gd name="connsiteY1" fmla="*/ 0 h 6858000"/>
              <a:gd name="connsiteX2" fmla="*/ 10151536 w 10164762"/>
              <a:gd name="connsiteY2" fmla="*/ 521917 h 6858000"/>
              <a:gd name="connsiteX3" fmla="*/ 7524141 w 10164762"/>
              <a:gd name="connsiteY3" fmla="*/ 6819402 h 6858000"/>
              <a:gd name="connsiteX4" fmla="*/ 7487259 w 10164762"/>
              <a:gd name="connsiteY4" fmla="*/ 6858000 h 6858000"/>
              <a:gd name="connsiteX5" fmla="*/ 0 w 1016476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164762" h="6858000">
                <a:moveTo>
                  <a:pt x="0" y="0"/>
                </a:moveTo>
                <a:lnTo>
                  <a:pt x="10164762" y="0"/>
                </a:lnTo>
                <a:lnTo>
                  <a:pt x="10151536" y="521917"/>
                </a:lnTo>
                <a:cubicBezTo>
                  <a:pt x="10028587" y="2942040"/>
                  <a:pt x="9055426" y="5138348"/>
                  <a:pt x="7524141" y="6819402"/>
                </a:cubicBezTo>
                <a:lnTo>
                  <a:pt x="748725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9738041" y="5808979"/>
            <a:ext cx="853441" cy="853441"/>
          </a:xfrm>
          <a:prstGeom prst="star4">
            <a:avLst>
              <a:gd name="adj" fmla="val 13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>
              <a:solidFill>
                <a:schemeClr val="bg1"/>
              </a:solidFill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4032003"/>
            <a:ext cx="7451725" cy="1546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425818"/>
            <a:ext cx="7451725" cy="2485536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26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9369863" y="1725441"/>
            <a:ext cx="853441" cy="853441"/>
          </a:xfrm>
          <a:prstGeom prst="star4">
            <a:avLst>
              <a:gd name="adj" fmla="val 137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69E86D-2093-4CE3-AFAD-5ED890C95422}"/>
              </a:ext>
            </a:extLst>
          </p:cNvPr>
          <p:cNvSpPr/>
          <p:nvPr userDrawn="1"/>
        </p:nvSpPr>
        <p:spPr>
          <a:xfrm>
            <a:off x="0" y="0"/>
            <a:ext cx="4521200" cy="4521200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3C0C18-3CFA-482C-8E5E-2A541D4A1B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584200"/>
            <a:ext cx="4968876" cy="56515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9" y="3719829"/>
            <a:ext cx="4968876" cy="13093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1211580"/>
            <a:ext cx="4968876" cy="2387600"/>
          </a:xfrm>
        </p:spPr>
        <p:txBody>
          <a:bodyPr anchor="b">
            <a:noAutofit/>
          </a:bodyPr>
          <a:lstStyle/>
          <a:p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0144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F982E7-E4F4-0FA7-66B7-76ACB5C32BB3}"/>
              </a:ext>
            </a:extLst>
          </p:cNvPr>
          <p:cNvSpPr/>
          <p:nvPr userDrawn="1"/>
        </p:nvSpPr>
        <p:spPr>
          <a:xfrm>
            <a:off x="0" y="1511300"/>
            <a:ext cx="11232091" cy="382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10194288" y="4907279"/>
            <a:ext cx="853441" cy="853441"/>
          </a:xfrm>
          <a:prstGeom prst="star4">
            <a:avLst>
              <a:gd name="adj" fmla="val 137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69E86D-2093-4CE3-AFAD-5ED890C95422}"/>
              </a:ext>
            </a:extLst>
          </p:cNvPr>
          <p:cNvSpPr/>
          <p:nvPr userDrawn="1"/>
        </p:nvSpPr>
        <p:spPr>
          <a:xfrm>
            <a:off x="0" y="1511300"/>
            <a:ext cx="1257299" cy="1257299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3719829"/>
            <a:ext cx="10404475" cy="13093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841500"/>
            <a:ext cx="10404475" cy="1757680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170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5773733" y="2012044"/>
            <a:ext cx="644534" cy="644534"/>
          </a:xfrm>
          <a:prstGeom prst="star4">
            <a:avLst>
              <a:gd name="adj" fmla="val 137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69E86D-2093-4CE3-AFAD-5ED890C95422}"/>
              </a:ext>
            </a:extLst>
          </p:cNvPr>
          <p:cNvSpPr/>
          <p:nvPr userDrawn="1"/>
        </p:nvSpPr>
        <p:spPr>
          <a:xfrm flipH="1">
            <a:off x="9974791" y="1488440"/>
            <a:ext cx="1257299" cy="1257299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09700" y="3719829"/>
            <a:ext cx="8755063" cy="13093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841500"/>
            <a:ext cx="8755063" cy="1757680"/>
          </a:xfr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150726C-16E0-3863-7310-5A6151161BEE}"/>
              </a:ext>
            </a:extLst>
          </p:cNvPr>
          <p:cNvSpPr/>
          <p:nvPr userDrawn="1"/>
        </p:nvSpPr>
        <p:spPr>
          <a:xfrm>
            <a:off x="660399" y="1488440"/>
            <a:ext cx="10571691" cy="3858260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63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510AC3A-CC83-7780-52B0-4D3C67D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504364" cy="1130300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A010FC3F-7C3D-BB0B-BB29-06436B258EA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0401" y="266118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91ED00FF-B5D4-9139-FAB1-607CBFF0B46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60401" y="196952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1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590CCAE-6A01-821D-5562-8116DE0DE2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47825" y="1969523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20F892AB-B6DD-B000-8809-C7A93C98D8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401" y="381357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76702FDD-660A-3DD1-C106-80008123F2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401" y="312191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2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06478A75-7F2E-BB1A-0623-BAEFE948BD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47825" y="3121913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6399FA2-1FBD-8D70-4315-AC80DAFD64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401" y="496596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E7387AA2-D883-A77C-82D9-7C00F0A699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1" y="427430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3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8D071C-7507-6673-548F-CECD00702B2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47825" y="4274303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3B624F81-0DB5-CA71-483A-84F52F13A3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401" y="6118358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98A7562F-F021-5D4D-CADA-E6AE9B8FC5F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0401" y="5426694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4</a:t>
            </a:r>
            <a:endParaRPr lang="en-ID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F1993993-B9A1-FE6D-5EEC-E2C8ADA465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647825" y="5426692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A6A9DE62-0C77-9512-217F-99617B6A54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7926" y="266118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71" name="Text Placeholder 29">
            <a:extLst>
              <a:ext uri="{FF2B5EF4-FFF2-40B4-BE49-F238E27FC236}">
                <a16:creationId xmlns:a16="http://schemas.microsoft.com/office/drawing/2014/main" id="{A366FAD5-AA45-194C-35F9-E2D7F594BE2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57926" y="196952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5</a:t>
            </a:r>
            <a:endParaRPr lang="en-ID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FFBB07BF-00AD-8A53-6392-5E7BB40FC91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245350" y="1969523"/>
            <a:ext cx="3819525" cy="6490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CF48C37-AA04-3387-42C2-A3A23D125DF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7926" y="381357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FCDAA2EB-5ACB-D01E-021F-B62785E12DE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7926" y="312191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6</a:t>
            </a:r>
            <a:endParaRPr lang="en-ID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F4687896-E15B-B9A2-BAF7-54E4BFE642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245350" y="3121913"/>
            <a:ext cx="3819525" cy="6490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CD3AA8AF-0F2A-EADB-EA5A-CFE43A3F8D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926" y="496596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30B182A3-3FA5-BE2D-6873-FC3637C37D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57926" y="427430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7</a:t>
            </a:r>
            <a:endParaRPr lang="en-ID" dirty="0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017950ED-51BC-393E-5757-D0B6DE76046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45350" y="4274303"/>
            <a:ext cx="3819525" cy="6490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2" name="Text Placeholder 29">
            <a:extLst>
              <a:ext uri="{FF2B5EF4-FFF2-40B4-BE49-F238E27FC236}">
                <a16:creationId xmlns:a16="http://schemas.microsoft.com/office/drawing/2014/main" id="{AB9EFCBC-12A6-8901-89B1-D62540504CC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57926" y="6118358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83" name="Text Placeholder 29">
            <a:extLst>
              <a:ext uri="{FF2B5EF4-FFF2-40B4-BE49-F238E27FC236}">
                <a16:creationId xmlns:a16="http://schemas.microsoft.com/office/drawing/2014/main" id="{CB7BA248-536C-B6CB-8E15-B9788815D9F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57926" y="5426694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8</a:t>
            </a:r>
          </a:p>
        </p:txBody>
      </p:sp>
      <p:sp>
        <p:nvSpPr>
          <p:cNvPr id="84" name="Text Placeholder 29">
            <a:extLst>
              <a:ext uri="{FF2B5EF4-FFF2-40B4-BE49-F238E27FC236}">
                <a16:creationId xmlns:a16="http://schemas.microsoft.com/office/drawing/2014/main" id="{74CFEEFF-A93A-2AE5-0751-8E40A9C6FF7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45350" y="5426692"/>
            <a:ext cx="3819525" cy="6490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2862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510AC3A-CC83-7780-52B0-4D3C67D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504364" cy="1130300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A010FC3F-7C3D-BB0B-BB29-06436B258EA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0401" y="266118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91ED00FF-B5D4-9139-FAB1-607CBFF0B46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60401" y="196952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1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590CCAE-6A01-821D-5562-8116DE0DE2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47825" y="1969523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20F892AB-B6DD-B000-8809-C7A93C98D8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401" y="381357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59" name="Text Placeholder 29">
            <a:extLst>
              <a:ext uri="{FF2B5EF4-FFF2-40B4-BE49-F238E27FC236}">
                <a16:creationId xmlns:a16="http://schemas.microsoft.com/office/drawing/2014/main" id="{76702FDD-660A-3DD1-C106-80008123F2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0401" y="312191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2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06478A75-7F2E-BB1A-0623-BAEFE948BD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47825" y="3121913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6399FA2-1FBD-8D70-4315-AC80DAFD64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401" y="4965969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E7387AA2-D883-A77C-82D9-7C00F0A699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1" y="4274305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3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8D071C-7507-6673-548F-CECD00702B2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47825" y="4274303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3B624F81-0DB5-CA71-483A-84F52F13A3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401" y="6118358"/>
            <a:ext cx="787400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98A7562F-F021-5D4D-CADA-E6AE9B8FC5F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0401" y="5426694"/>
            <a:ext cx="787399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4</a:t>
            </a:r>
            <a:endParaRPr lang="en-ID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F1993993-B9A1-FE6D-5EEC-E2C8ADA465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647825" y="5426692"/>
            <a:ext cx="3819525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41EA4-37D1-CA1E-23DD-6036B95F9239}"/>
              </a:ext>
            </a:extLst>
          </p:cNvPr>
          <p:cNvSpPr/>
          <p:nvPr userDrawn="1"/>
        </p:nvSpPr>
        <p:spPr>
          <a:xfrm>
            <a:off x="6095999" y="1969523"/>
            <a:ext cx="4968875" cy="4888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1D58AF99-5DB1-653F-DD6B-4D345ACBC8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73114" y="2143771"/>
            <a:ext cx="4614645" cy="453998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418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510AC3A-CC83-7780-52B0-4D3C67D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504364" cy="1130300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A010FC3F-7C3D-BB0B-BB29-06436B258EA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 rot="5400000">
            <a:off x="395037" y="2234886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590CCAE-6A01-821D-5562-8116DE0DE2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9907" y="1969523"/>
            <a:ext cx="9204856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B25926FE-A39F-A47E-9D0C-D054C297F8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5400000">
            <a:off x="395037" y="3138939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8B8D62B-8F6C-CEFF-B518-63B43F995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59907" y="2873576"/>
            <a:ext cx="9204856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D9426FAB-02AD-DD59-DC72-BC9EEE2AB2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395037" y="4042992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AE264164-69B1-4DA3-C01E-FD475744DD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59907" y="3777629"/>
            <a:ext cx="9204856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F571D9E-4420-0845-AB4F-23FD620CDF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5400000">
            <a:off x="395037" y="4947045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CC35C0B9-6D3A-46CE-3183-009A9CB309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59907" y="4681682"/>
            <a:ext cx="9204856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6A7B1F5F-EA53-1D43-5D0C-31CC743CE0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5400000">
            <a:off x="395037" y="5851098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D6015BE-3F5B-14ED-2F74-F79723DA3C5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9907" y="5585735"/>
            <a:ext cx="9204856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194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510AC3A-CC83-7780-52B0-4D3C67D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504364" cy="1130300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A010FC3F-7C3D-BB0B-BB29-06436B258EA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 rot="5400000">
            <a:off x="4820988" y="2234886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590CCAE-6A01-821D-5562-8116DE0DE2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5858" y="1969523"/>
            <a:ext cx="5679017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B25926FE-A39F-A47E-9D0C-D054C297F8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5400000">
            <a:off x="4820988" y="3138939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8B8D62B-8F6C-CEFF-B518-63B43F995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85858" y="2873576"/>
            <a:ext cx="5679017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D9426FAB-02AD-DD59-DC72-BC9EEE2AB2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4820988" y="4042992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AE264164-69B1-4DA3-C01E-FD475744DD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5858" y="3777629"/>
            <a:ext cx="5679017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F571D9E-4420-0845-AB4F-23FD620CDF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5400000">
            <a:off x="4820988" y="4947045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CC35C0B9-6D3A-46CE-3183-009A9CB309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5858" y="4681682"/>
            <a:ext cx="5679017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6A7B1F5F-EA53-1D43-5D0C-31CC743CE0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5400000">
            <a:off x="4820988" y="5851098"/>
            <a:ext cx="649031" cy="118307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D6015BE-3F5B-14ED-2F74-F79723DA3C5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5858" y="5585735"/>
            <a:ext cx="5679017" cy="6490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800" b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7A80C670-C190-B7BB-C552-241C4B4566E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0401" y="1969523"/>
            <a:ext cx="3884538" cy="426617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5F8A8C-D68D-845B-6757-FA3DEABAE061}"/>
              </a:ext>
            </a:extLst>
          </p:cNvPr>
          <p:cNvSpPr/>
          <p:nvPr userDrawn="1"/>
        </p:nvSpPr>
        <p:spPr>
          <a:xfrm>
            <a:off x="660399" y="6235700"/>
            <a:ext cx="3884537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</p:spTree>
    <p:extLst>
      <p:ext uri="{BB962C8B-B14F-4D97-AF65-F5344CB8AC3E}">
        <p14:creationId xmlns:p14="http://schemas.microsoft.com/office/powerpoint/2010/main" val="7759011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510AC3A-CC83-7780-52B0-4D3C67D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10404476" cy="1130300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A010FC3F-7C3D-BB0B-BB29-06436B258EA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0400" y="2428875"/>
            <a:ext cx="1831836" cy="125616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590CCAE-6A01-821D-5562-8116DE0DE2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0400" y="2554491"/>
            <a:ext cx="1831836" cy="3146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0" tIns="180000" rIns="0" bIns="0" anchor="t">
            <a:noAutofit/>
          </a:bodyPr>
          <a:lstStyle>
            <a:lvl1pPr marL="0" indent="0" algn="ctr">
              <a:buNone/>
              <a:defRPr sz="1800" b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B25926FE-A39F-A47E-9D0C-D054C297F8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03560" y="2428875"/>
            <a:ext cx="1831836" cy="125616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8B8D62B-8F6C-CEFF-B518-63B43F995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03560" y="2554491"/>
            <a:ext cx="1831836" cy="3146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0" tIns="180000" rIns="0" bIns="0" anchor="t">
            <a:noAutofit/>
          </a:bodyPr>
          <a:lstStyle>
            <a:lvl1pPr marL="0" indent="0" algn="ctr">
              <a:buNone/>
              <a:defRPr sz="1800" b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D9426FAB-02AD-DD59-DC72-BC9EEE2AB2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46720" y="2428875"/>
            <a:ext cx="1831836" cy="125616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AE264164-69B1-4DA3-C01E-FD475744DD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946720" y="2554491"/>
            <a:ext cx="1831836" cy="3146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0" tIns="180000" rIns="0" bIns="0" anchor="t">
            <a:noAutofit/>
          </a:bodyPr>
          <a:lstStyle>
            <a:lvl1pPr marL="0" indent="0" algn="ctr">
              <a:buNone/>
              <a:defRPr sz="1800" b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F571D9E-4420-0845-AB4F-23FD620CDF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89880" y="2428875"/>
            <a:ext cx="1831836" cy="125616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CC35C0B9-6D3A-46CE-3183-009A9CB309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89880" y="2554491"/>
            <a:ext cx="1831836" cy="3146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0" tIns="180000" rIns="0" bIns="0" anchor="t">
            <a:noAutofit/>
          </a:bodyPr>
          <a:lstStyle>
            <a:lvl1pPr marL="0" indent="0" algn="ctr">
              <a:buNone/>
              <a:defRPr sz="1800" b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6A7B1F5F-EA53-1D43-5D0C-31CC743CE0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3039" y="2428875"/>
            <a:ext cx="1831836" cy="125616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D6015BE-3F5B-14ED-2F74-F79723DA3C5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233039" y="2554491"/>
            <a:ext cx="1831836" cy="3146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0" tIns="180000" rIns="0" bIns="0" anchor="t">
            <a:noAutofit/>
          </a:bodyPr>
          <a:lstStyle>
            <a:lvl1pPr marL="0" indent="0" algn="ctr">
              <a:buNone/>
              <a:defRPr sz="1800" b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4682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510AC3A-CC83-7780-52B0-4D3C67D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2438400"/>
            <a:ext cx="4425951" cy="1981200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DD1C821-C6D4-7E7A-4E91-A10D39E8C8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7521" y="1625567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4258DF3-11C3-8722-19B9-173039102D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7521" y="1238316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92BB2A-D2F6-7C59-4FB8-A191E58C06F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07521" y="2827856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7FDF4B-F7CD-DEAA-8105-5F457DD15C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7521" y="2440605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0D00D88-912B-1420-42A9-423EBC77EDA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7521" y="4030145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B0B4A95-C15D-F424-4955-167D39A3ED3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07521" y="3642894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Phone Number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91018F1-4888-19EF-1999-D8AA833954B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07521" y="5232433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88BF20E-3B52-9BA3-05E4-8E5C6FD816C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07521" y="4845182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5D31C060-FE6E-648A-10C5-B581AE45A4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>
            <a:off x="5958862" y="1375455"/>
            <a:ext cx="360000" cy="85725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82A884C-787C-AD0F-0AE7-CA1105162B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>
            <a:off x="5958862" y="2577743"/>
            <a:ext cx="360000" cy="85725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AE94DA60-281D-6D7B-C2E6-45ABAC84C7E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>
            <a:off x="5958862" y="3780031"/>
            <a:ext cx="360000" cy="85725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B0A2EC37-DBA9-EDD8-19A2-9E170700E0C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>
            <a:off x="5958862" y="4982319"/>
            <a:ext cx="360000" cy="85725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50000">
                <a:schemeClr val="accent2"/>
              </a:gs>
            </a:gsLst>
            <a:lin ang="0" scaled="1"/>
            <a:tileRect/>
          </a:gra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tx1">
                    <a:alpha val="0"/>
                  </a:schemeClr>
                </a:solidFill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6521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510AC3A-CC83-7780-52B0-4D3C67D3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2438400"/>
            <a:ext cx="4425951" cy="1981200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0B69BF1-0374-CCFE-3AAB-8D736106A39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545581" y="1423585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518C8AB0-9A8F-0F22-07C7-DFCD9748AE3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45581" y="2542308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4BA66690-9AA8-6831-7AF3-691015CCBB5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545581" y="3661031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CDEDBA9D-9D4A-7644-B95B-0DA6252304C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545581" y="4779754"/>
            <a:ext cx="4519294" cy="64903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AA4ED-02B4-A497-EA44-605381FDBF4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32165C-C879-0C17-C645-0099BC92314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409072-3382-7C0B-35F6-9C256DCCF41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29A1C-64F2-93E1-8D29-6FD6D4920A7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4205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69E86D-2093-4CE3-AFAD-5ED890C95422}"/>
              </a:ext>
            </a:extLst>
          </p:cNvPr>
          <p:cNvSpPr/>
          <p:nvPr userDrawn="1"/>
        </p:nvSpPr>
        <p:spPr>
          <a:xfrm flipV="1">
            <a:off x="0" y="2336800"/>
            <a:ext cx="4521200" cy="4521200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507305" y="3864609"/>
            <a:ext cx="521654" cy="521654"/>
          </a:xfrm>
          <a:prstGeom prst="star4">
            <a:avLst>
              <a:gd name="adj" fmla="val 137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399" y="4845049"/>
            <a:ext cx="7451725" cy="13906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2336800"/>
            <a:ext cx="7451726" cy="2387600"/>
          </a:xfrm>
        </p:spPr>
        <p:txBody>
          <a:bodyPr anchor="b">
            <a:noAutofit/>
          </a:bodyPr>
          <a:lstStyle/>
          <a:p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406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1466899" y="4619520"/>
            <a:ext cx="521654" cy="521654"/>
          </a:xfrm>
          <a:prstGeom prst="star4">
            <a:avLst>
              <a:gd name="adj" fmla="val 13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27727" y="4072019"/>
            <a:ext cx="8437039" cy="808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b="0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238" y="2071605"/>
            <a:ext cx="7838016" cy="1718365"/>
          </a:xfrm>
        </p:spPr>
        <p:txBody>
          <a:bodyPr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7449541-49BD-E091-8F8F-DFC946BAFFDF}"/>
              </a:ext>
            </a:extLst>
          </p:cNvPr>
          <p:cNvSpPr/>
          <p:nvPr userDrawn="1"/>
        </p:nvSpPr>
        <p:spPr>
          <a:xfrm flipH="1">
            <a:off x="9161343" y="1973388"/>
            <a:ext cx="1003422" cy="1003424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CFD46-7523-3FC4-1906-C7734E0E476E}"/>
              </a:ext>
            </a:extLst>
          </p:cNvPr>
          <p:cNvSpPr/>
          <p:nvPr userDrawn="1"/>
        </p:nvSpPr>
        <p:spPr>
          <a:xfrm>
            <a:off x="1727727" y="1973388"/>
            <a:ext cx="8437038" cy="1914799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28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0CFD46-7523-3FC4-1906-C7734E0E476E}"/>
              </a:ext>
            </a:extLst>
          </p:cNvPr>
          <p:cNvSpPr/>
          <p:nvPr userDrawn="1"/>
        </p:nvSpPr>
        <p:spPr>
          <a:xfrm>
            <a:off x="0" y="0"/>
            <a:ext cx="10164765" cy="4333459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9806214" y="5064792"/>
            <a:ext cx="521654" cy="521654"/>
          </a:xfrm>
          <a:prstGeom prst="star4">
            <a:avLst>
              <a:gd name="adj" fmla="val 13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D" sz="12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399" y="4517291"/>
            <a:ext cx="9406641" cy="808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0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7449541-49BD-E091-8F8F-DFC946BAFFDF}"/>
              </a:ext>
            </a:extLst>
          </p:cNvPr>
          <p:cNvSpPr/>
          <p:nvPr userDrawn="1"/>
        </p:nvSpPr>
        <p:spPr>
          <a:xfrm flipH="1">
            <a:off x="9063618" y="2418660"/>
            <a:ext cx="1003422" cy="1003424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398" y="2516877"/>
            <a:ext cx="9406641" cy="1718365"/>
          </a:xfrm>
        </p:spPr>
        <p:txBody>
          <a:bodyPr anchor="ctr">
            <a:noAutofit/>
          </a:bodyPr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FB39C833-A63D-1700-209B-424CB9B79D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725" y="117764"/>
            <a:ext cx="9969315" cy="230089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5733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FBF5CDB-6CE0-889E-2EF9-822983DD3FEA}"/>
              </a:ext>
            </a:extLst>
          </p:cNvPr>
          <p:cNvSpPr/>
          <p:nvPr userDrawn="1"/>
        </p:nvSpPr>
        <p:spPr>
          <a:xfrm flipV="1">
            <a:off x="0" y="2778124"/>
            <a:ext cx="4079875" cy="4079875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879497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163620A8-A6DD-697C-0599-437EE3B142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7072" y="2012219"/>
            <a:ext cx="3735554" cy="3735554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123FA73-AC39-E05E-1FE3-A378273520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5889" y="2663536"/>
            <a:ext cx="4968874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F9FACE33-55CD-A822-23A3-99020FEB50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95889" y="3256527"/>
            <a:ext cx="4968874" cy="33180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 i="1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B5FE808D-84EF-C6D7-854F-FC3915E1348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95889" y="3660324"/>
            <a:ext cx="4968874" cy="257537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715819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879497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123FA73-AC39-E05E-1FE3-A378273520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5527" y="4143751"/>
            <a:ext cx="2868180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F9FACE33-55CD-A822-23A3-99020FEB50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5527" y="4736742"/>
            <a:ext cx="2868180" cy="149895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6D6A9994-332E-507E-D828-CBCA9897EF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55254" y="1870501"/>
            <a:ext cx="2088726" cy="2088726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171B768E-CFC8-34F1-E8FC-0A224E3F725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1111" y="4143751"/>
            <a:ext cx="2868180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DB647BBB-D894-7327-4D86-B2B7600254B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31111" y="4736742"/>
            <a:ext cx="2868180" cy="149895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7AD34C-7C35-400A-48B6-3CC5949DF3A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820838" y="1870501"/>
            <a:ext cx="2088726" cy="2088726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DB73D0C5-29C2-71E9-9078-69D39A2B5A3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196695" y="4143751"/>
            <a:ext cx="2868180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0FB6FB6D-111A-1DC2-88D0-C531678640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96695" y="4736742"/>
            <a:ext cx="2868180" cy="149895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614BDE2-28B6-FED6-7931-FA9F283F2E6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586422" y="1870501"/>
            <a:ext cx="2088726" cy="2088726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4836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879497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123FA73-AC39-E05E-1FE3-A378273520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54945" y="3831188"/>
            <a:ext cx="2298653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F9FACE33-55CD-A822-23A3-99020FEB50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4945" y="4424179"/>
            <a:ext cx="2298653" cy="149895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6D6A9994-332E-507E-D828-CBCA9897EF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14578" y="1870501"/>
            <a:ext cx="1779386" cy="1779386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2CAB6695-E183-B6CD-7D2B-88ABC6AA34B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89392" y="3831188"/>
            <a:ext cx="2298653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49D4F5E-9EE2-B73E-1A70-1E9156BB66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489392" y="4424179"/>
            <a:ext cx="2298653" cy="149895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DB71D0-0199-F16E-639C-A4CC0ADD6C7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729250" y="1870501"/>
            <a:ext cx="1779386" cy="1779386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87116579-0C2C-6A22-3CB8-B7A2990672B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23839" y="3831188"/>
            <a:ext cx="2298653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140F4F95-94C8-EE50-9D43-979FD3322A5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23839" y="4424179"/>
            <a:ext cx="2298653" cy="149895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D3352A41-2913-17F7-C4F4-D42763A86F4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43922" y="1870501"/>
            <a:ext cx="1779386" cy="1779386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F8C8B149-DB11-B915-04CF-64B5B8D4D61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758285" y="3831188"/>
            <a:ext cx="2298653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3246027D-9DA6-EE38-0DBC-D75CC86C991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758285" y="4424179"/>
            <a:ext cx="2298653" cy="149895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6DF862F-36AA-2767-CBCD-2745D5B0558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958594" y="1870501"/>
            <a:ext cx="1779386" cy="1779386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678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879497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123FA73-AC39-E05E-1FE3-A378273520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20811" y="4768226"/>
            <a:ext cx="2298653" cy="368857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F9FACE33-55CD-A822-23A3-99020FEB501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20811" y="5209081"/>
            <a:ext cx="2298653" cy="36885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6D6A9994-332E-507E-D828-CBCA9897EF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336" y="1870501"/>
            <a:ext cx="2611602" cy="2611602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2CAB6695-E183-B6CD-7D2B-88ABC6AA34B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2460" y="3081402"/>
            <a:ext cx="2024334" cy="27320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49D4F5E-9EE2-B73E-1A70-1E9156BB66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72460" y="3426601"/>
            <a:ext cx="2024334" cy="27320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DB71D0-0199-F16E-639C-A4CC0ADD6C7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565002" y="1870501"/>
            <a:ext cx="1039249" cy="1039249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CBC99F68-D010-8274-C0C0-D708A0A13D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5154" y="3081402"/>
            <a:ext cx="2024334" cy="27320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13226B36-EC09-A48A-86D6-A228F282135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5154" y="3426601"/>
            <a:ext cx="2024334" cy="27320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38D4019-CAE9-60C4-3E77-58B9CBE05B4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7047696" y="1870501"/>
            <a:ext cx="1039249" cy="1039249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9F2F1C84-7B35-5916-5D49-95D5F1D2B42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37848" y="3081402"/>
            <a:ext cx="2024334" cy="27320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0AFE5255-FB8D-EB7C-7969-244DE1A59F4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37848" y="3426601"/>
            <a:ext cx="2024334" cy="27320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0C4C5541-9D83-ECBA-BB11-E0A2751845B9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530390" y="1870501"/>
            <a:ext cx="1039249" cy="1039249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D98975D6-51B1-960D-DE81-DE35703B301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072460" y="5304738"/>
            <a:ext cx="2024334" cy="27320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3F3643CF-3AD8-DEA5-582F-4139351154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072460" y="5649937"/>
            <a:ext cx="2024334" cy="27320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28" name="Picture Placeholder 11">
            <a:extLst>
              <a:ext uri="{FF2B5EF4-FFF2-40B4-BE49-F238E27FC236}">
                <a16:creationId xmlns:a16="http://schemas.microsoft.com/office/drawing/2014/main" id="{C4EBD8F7-9793-8330-BD81-FFBB0622FA8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4565002" y="4093837"/>
            <a:ext cx="1039249" cy="1039249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87E6189C-2429-D6FF-0C83-EE41ADD63A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55154" y="5304738"/>
            <a:ext cx="2024334" cy="27320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B33A9C0-3B0E-7191-21E6-0741A6D2495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555154" y="5649937"/>
            <a:ext cx="2024334" cy="27320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31" name="Picture Placeholder 11">
            <a:extLst>
              <a:ext uri="{FF2B5EF4-FFF2-40B4-BE49-F238E27FC236}">
                <a16:creationId xmlns:a16="http://schemas.microsoft.com/office/drawing/2014/main" id="{07212098-C711-6640-A839-374968EEB40B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47696" y="4093837"/>
            <a:ext cx="1039249" cy="1039249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7CC93E0-3A47-CF2B-34B4-37A03C4A5C0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37848" y="5304738"/>
            <a:ext cx="2024334" cy="27320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DBAFF72F-9A65-36AB-1F09-7B732CFC7BB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37848" y="5649937"/>
            <a:ext cx="2024334" cy="27320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34" name="Picture Placeholder 11">
            <a:extLst>
              <a:ext uri="{FF2B5EF4-FFF2-40B4-BE49-F238E27FC236}">
                <a16:creationId xmlns:a16="http://schemas.microsoft.com/office/drawing/2014/main" id="{2318371E-713A-109F-73BC-93C1A2CA7D8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9530390" y="4093837"/>
            <a:ext cx="1039249" cy="1039249"/>
          </a:xfrm>
          <a:prstGeom prst="ellipse">
            <a:avLst/>
          </a:prstGeom>
          <a:ln w="3810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333">
                <a:latin typeface="+mn-lt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1328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879497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C104FF-DC62-F14E-431E-B84E5F3EBC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0400" y="1822450"/>
            <a:ext cx="9879013" cy="4413250"/>
          </a:xfrm>
        </p:spPr>
        <p:txBody>
          <a:bodyPr/>
          <a:lstStyle>
            <a:lvl1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 sz="1800" b="0"/>
            </a:lvl1pPr>
            <a:lvl2pPr marL="628673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50" b="0"/>
            </a:lvl2pPr>
            <a:lvl3pPr marL="1085896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50" b="0"/>
            </a:lvl3pPr>
            <a:lvl4pPr marL="1543119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50" b="0"/>
            </a:lvl4pPr>
            <a:lvl5pPr marL="2000341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5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3406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0C46125D-A6C9-4FA7-AC81-314EF41291F4}"/>
              </a:ext>
            </a:extLst>
          </p:cNvPr>
          <p:cNvSpPr/>
          <p:nvPr userDrawn="1"/>
        </p:nvSpPr>
        <p:spPr>
          <a:xfrm>
            <a:off x="10002200" y="2083564"/>
            <a:ext cx="325124" cy="325124"/>
          </a:xfrm>
          <a:prstGeom prst="star4">
            <a:avLst>
              <a:gd name="adj" fmla="val 137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B69E86D-2093-4CE3-AFAD-5ED890C95422}"/>
              </a:ext>
            </a:extLst>
          </p:cNvPr>
          <p:cNvSpPr/>
          <p:nvPr userDrawn="1"/>
        </p:nvSpPr>
        <p:spPr>
          <a:xfrm>
            <a:off x="0" y="0"/>
            <a:ext cx="3429000" cy="3429000"/>
          </a:xfrm>
          <a:custGeom>
            <a:avLst/>
            <a:gdLst>
              <a:gd name="connsiteX0" fmla="*/ 0 w 3733799"/>
              <a:gd name="connsiteY0" fmla="*/ 0 h 3733799"/>
              <a:gd name="connsiteX1" fmla="*/ 3733799 w 3733799"/>
              <a:gd name="connsiteY1" fmla="*/ 0 h 3733799"/>
              <a:gd name="connsiteX2" fmla="*/ 0 w 3733799"/>
              <a:gd name="connsiteY2" fmla="*/ 3733799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3799" h="3733799">
                <a:moveTo>
                  <a:pt x="0" y="0"/>
                </a:moveTo>
                <a:lnTo>
                  <a:pt x="3733799" y="0"/>
                </a:lnTo>
                <a:cubicBezTo>
                  <a:pt x="3733799" y="2062120"/>
                  <a:pt x="2062120" y="3733799"/>
                  <a:pt x="0" y="373379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238" y="1066687"/>
            <a:ext cx="8137525" cy="9448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07B22B-A44D-F2A4-2E8C-8BD039270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DED7DA-C869-FA0A-4471-923F6E969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F04B09-1A7D-CD09-9E5B-09170332481C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333A939D-AB2D-43B0-84C7-BF06A7D2AC8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027238" y="2246126"/>
            <a:ext cx="8137525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8680BC2F-9DD3-2EC2-26F0-61B94930E60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027238" y="2839116"/>
            <a:ext cx="8137525" cy="29597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02919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10404476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A5EE91-6EF8-0E8C-6E5D-F8452961C9A3}"/>
              </a:ext>
            </a:extLst>
          </p:cNvPr>
          <p:cNvSpPr/>
          <p:nvPr userDrawn="1"/>
        </p:nvSpPr>
        <p:spPr>
          <a:xfrm>
            <a:off x="757109" y="1703491"/>
            <a:ext cx="2971800" cy="2971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F5065B8E-CDEC-669B-3AAC-375DBE2E38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1" y="4797425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14CF2D2B-5B1C-BCF0-EE7B-5BFF49E96A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" y="5250095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FA71AD7-A0C0-5A56-D1F3-FA982AA0CD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9478" y="2809299"/>
            <a:ext cx="2727064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E6C447-EBAD-22FB-0931-D6D349F6112F}"/>
              </a:ext>
            </a:extLst>
          </p:cNvPr>
          <p:cNvSpPr/>
          <p:nvPr userDrawn="1"/>
        </p:nvSpPr>
        <p:spPr>
          <a:xfrm>
            <a:off x="4555838" y="1882591"/>
            <a:ext cx="2613600" cy="261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C0FE798-0937-D1D6-4064-5F1A2B15C45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80030" y="4797425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0F416E1F-E5D9-D852-8016-F67205729D6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80029" y="5250095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FBFC085-6FB2-8FC5-380D-272839CCB7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48200" y="2809299"/>
            <a:ext cx="2428876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A3B72A-49CC-CDDB-8D42-AA843E27616E}"/>
              </a:ext>
            </a:extLst>
          </p:cNvPr>
          <p:cNvSpPr/>
          <p:nvPr userDrawn="1"/>
        </p:nvSpPr>
        <p:spPr>
          <a:xfrm>
            <a:off x="8355466" y="2062591"/>
            <a:ext cx="2253600" cy="225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EA272AD-BF02-D210-1588-95DDCA143B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899658" y="4797425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A272E49-8C9D-30AA-07CB-12F8BCEEC92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899657" y="5250095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DA9FC2E-9370-CAED-DA11-B457E03A449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24636" y="2809299"/>
            <a:ext cx="21152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038825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C2A5EE91-6EF8-0E8C-6E5D-F8452961C9A3}"/>
              </a:ext>
            </a:extLst>
          </p:cNvPr>
          <p:cNvSpPr/>
          <p:nvPr userDrawn="1"/>
        </p:nvSpPr>
        <p:spPr>
          <a:xfrm>
            <a:off x="4360677" y="3429148"/>
            <a:ext cx="2783840" cy="27838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E6C447-EBAD-22FB-0931-D6D349F6112F}"/>
              </a:ext>
            </a:extLst>
          </p:cNvPr>
          <p:cNvSpPr/>
          <p:nvPr userDrawn="1"/>
        </p:nvSpPr>
        <p:spPr>
          <a:xfrm>
            <a:off x="4528449" y="3776020"/>
            <a:ext cx="2448296" cy="24482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A3B72A-49CC-CDDB-8D42-AA843E27616E}"/>
              </a:ext>
            </a:extLst>
          </p:cNvPr>
          <p:cNvSpPr/>
          <p:nvPr userDrawn="1"/>
        </p:nvSpPr>
        <p:spPr>
          <a:xfrm>
            <a:off x="4697065" y="4124636"/>
            <a:ext cx="2111064" cy="2111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DA9FC2E-9370-CAED-DA11-B457E03A449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2533" y="3898426"/>
            <a:ext cx="2115260" cy="553026"/>
          </a:xfrm>
        </p:spPr>
        <p:txBody>
          <a:bodyPr anchor="ctr"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10404476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F5065B8E-CDEC-669B-3AAC-375DBE2E38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3069" y="2255062"/>
            <a:ext cx="471905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14CF2D2B-5B1C-BCF0-EE7B-5BFF49E96A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93068" y="2707732"/>
            <a:ext cx="4719058" cy="54361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3C0FE798-0937-D1D6-4064-5F1A2B15C45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72577" y="4523452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0F416E1F-E5D9-D852-8016-F67205729D6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72575" y="4976122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EA272AD-BF02-D210-1588-95DDCA143BD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902657" y="4520912"/>
            <a:ext cx="3165216" cy="38067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7A272E49-8C9D-30AA-07CB-12F8BCEEC92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902656" y="4973582"/>
            <a:ext cx="3165218" cy="99513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FA71AD7-A0C0-5A56-D1F3-FA982AA0CD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89065" y="1740252"/>
            <a:ext cx="2727064" cy="442809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FBFC085-6FB2-8FC5-380D-272839CCB7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02656" y="3895886"/>
            <a:ext cx="2428876" cy="553026"/>
          </a:xfrm>
        </p:spPr>
        <p:txBody>
          <a:bodyPr anchor="ctr">
            <a:no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E4A0F-7F8C-DCC1-B8B7-F7F72407D2CA}"/>
              </a:ext>
            </a:extLst>
          </p:cNvPr>
          <p:cNvCxnSpPr>
            <a:cxnSpLocks/>
            <a:stCxn id="5" idx="0"/>
            <a:endCxn id="16" idx="2"/>
          </p:cNvCxnSpPr>
          <p:nvPr userDrawn="1"/>
        </p:nvCxnSpPr>
        <p:spPr>
          <a:xfrm flipV="1">
            <a:off x="5752597" y="3251350"/>
            <a:ext cx="0" cy="177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DEFA5C-29E4-E83A-6A9B-455FCB2F8518}"/>
              </a:ext>
            </a:extLst>
          </p:cNvPr>
          <p:cNvCxnSpPr>
            <a:cxnSpLocks/>
            <a:stCxn id="32" idx="3"/>
            <a:endCxn id="25" idx="2"/>
          </p:cNvCxnSpPr>
          <p:nvPr userDrawn="1"/>
        </p:nvCxnSpPr>
        <p:spPr>
          <a:xfrm>
            <a:off x="3837793" y="4174939"/>
            <a:ext cx="690656" cy="8252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FC55FB-C3D4-A3CA-7D55-BC68C1196231}"/>
              </a:ext>
            </a:extLst>
          </p:cNvPr>
          <p:cNvCxnSpPr>
            <a:cxnSpLocks/>
            <a:stCxn id="29" idx="6"/>
            <a:endCxn id="28" idx="1"/>
          </p:cNvCxnSpPr>
          <p:nvPr userDrawn="1"/>
        </p:nvCxnSpPr>
        <p:spPr>
          <a:xfrm flipV="1">
            <a:off x="6808129" y="4172399"/>
            <a:ext cx="1094527" cy="100776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300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54BB9E4-E7B1-0134-AF57-AD95BB041006}"/>
              </a:ext>
            </a:extLst>
          </p:cNvPr>
          <p:cNvSpPr/>
          <p:nvPr userDrawn="1"/>
        </p:nvSpPr>
        <p:spPr>
          <a:xfrm>
            <a:off x="529" y="584198"/>
            <a:ext cx="5278577" cy="2844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6789B-7346-CEC7-16A3-3B0FE2DE3B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182D3-0E91-91F1-ECC7-0966F48FB0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74CA57-5C4F-7D83-5352-ED2290197C5D}"/>
              </a:ext>
            </a:extLst>
          </p:cNvPr>
          <p:cNvGrpSpPr/>
          <p:nvPr userDrawn="1"/>
        </p:nvGrpSpPr>
        <p:grpSpPr>
          <a:xfrm>
            <a:off x="5157032" y="584198"/>
            <a:ext cx="768576" cy="5651503"/>
            <a:chOff x="5157032" y="467900"/>
            <a:chExt cx="479425" cy="59138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4CC096F-6B7A-45E7-A4B6-CD5BAF79EDB3}"/>
                </a:ext>
              </a:extLst>
            </p:cNvPr>
            <p:cNvSpPr/>
            <p:nvPr userDrawn="1"/>
          </p:nvSpPr>
          <p:spPr>
            <a:xfrm>
              <a:off x="5157032" y="467900"/>
              <a:ext cx="479425" cy="29768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CBBAE4-493F-3F66-9BA3-4B1526CEEC79}"/>
                </a:ext>
              </a:extLst>
            </p:cNvPr>
            <p:cNvSpPr/>
            <p:nvPr userDrawn="1"/>
          </p:nvSpPr>
          <p:spPr>
            <a:xfrm>
              <a:off x="5157032" y="3444761"/>
              <a:ext cx="479425" cy="29369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200" dirty="0"/>
            </a:p>
          </p:txBody>
        </p:sp>
      </p:grp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6BD6F11D-1F8D-7106-7F01-98F5C78698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5" y="3428999"/>
            <a:ext cx="5156767" cy="280670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0E4CD27-9738-506D-FE10-C7E4B01642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584200"/>
            <a:ext cx="4968874" cy="28447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096000" y="3695700"/>
            <a:ext cx="4968874" cy="52099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096000" y="4288691"/>
            <a:ext cx="4968874" cy="194700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84200"/>
            <a:ext cx="4496632" cy="2844798"/>
          </a:xfrm>
        </p:spPr>
        <p:txBody>
          <a:bodyPr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81762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F4CCF5-90D2-D1A7-3002-CBBBF74651D2}"/>
              </a:ext>
            </a:extLst>
          </p:cNvPr>
          <p:cNvSpPr/>
          <p:nvPr userDrawn="1"/>
        </p:nvSpPr>
        <p:spPr>
          <a:xfrm>
            <a:off x="530" y="584200"/>
            <a:ext cx="5156502" cy="56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039BA4-3B01-3D4B-CC00-B60E645F58EB}"/>
              </a:ext>
            </a:extLst>
          </p:cNvPr>
          <p:cNvSpPr/>
          <p:nvPr userDrawn="1"/>
        </p:nvSpPr>
        <p:spPr>
          <a:xfrm rot="16200000">
            <a:off x="2546434" y="-2029567"/>
            <a:ext cx="64693" cy="5162841"/>
          </a:xfrm>
          <a:prstGeom prst="rect">
            <a:avLst/>
          </a:pr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024FD-17DE-1168-A28A-98B53E15F2F5}"/>
              </a:ext>
            </a:extLst>
          </p:cNvPr>
          <p:cNvSpPr/>
          <p:nvPr userDrawn="1"/>
        </p:nvSpPr>
        <p:spPr>
          <a:xfrm rot="16200000">
            <a:off x="2546434" y="3686175"/>
            <a:ext cx="64693" cy="5162841"/>
          </a:xfrm>
          <a:prstGeom prst="rect">
            <a:avLst/>
          </a:pr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0A7F0-7F99-1360-70B4-D4A331CCC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9694" y="1078275"/>
            <a:ext cx="4482306" cy="2278725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0AB6E-822A-1FCD-AD8A-B820DEF65A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D916E-9E7D-F535-D2CB-56760629AE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F2030FA-A93F-59AB-4A31-13C0C7B748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2420" y="1078275"/>
            <a:ext cx="5439887" cy="47014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439BB8-983A-46E3-3FD4-ADA9A279C14F}"/>
              </a:ext>
            </a:extLst>
          </p:cNvPr>
          <p:cNvSpPr/>
          <p:nvPr userDrawn="1"/>
        </p:nvSpPr>
        <p:spPr>
          <a:xfrm>
            <a:off x="6063654" y="1078275"/>
            <a:ext cx="64693" cy="4701451"/>
          </a:xfrm>
          <a:prstGeom prst="rect">
            <a:avLst/>
          </a:pr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A4A7DFF-2B05-C6AE-5B32-68541CC435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39694" y="3429000"/>
            <a:ext cx="4482306" cy="32352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18A7B04E-116D-DBAF-BC85-B6067BAA9E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9694" y="3824520"/>
            <a:ext cx="4482306" cy="195520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48082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0AB6E-822A-1FCD-AD8A-B820DEF65A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D916E-9E7D-F535-D2CB-56760629AE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0A7F0-7F99-1360-70B4-D4A331CCC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584200"/>
            <a:ext cx="5435600" cy="2449280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35308A7C-49A7-E495-98ED-80210ECA640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41292" y="476251"/>
            <a:ext cx="3695699" cy="590174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333"/>
            </a:lvl1pPr>
          </a:lstStyle>
          <a:p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2B386F-2BB5-5A23-1C2E-2E9A1CAF3B31}"/>
              </a:ext>
            </a:extLst>
          </p:cNvPr>
          <p:cNvSpPr/>
          <p:nvPr userDrawn="1"/>
        </p:nvSpPr>
        <p:spPr>
          <a:xfrm>
            <a:off x="7041292" y="6381750"/>
            <a:ext cx="3695699" cy="476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D1A6FE-0D92-6279-45D7-3F25B5FD249A}"/>
              </a:ext>
            </a:extLst>
          </p:cNvPr>
          <p:cNvSpPr/>
          <p:nvPr userDrawn="1"/>
        </p:nvSpPr>
        <p:spPr>
          <a:xfrm>
            <a:off x="7041292" y="0"/>
            <a:ext cx="3695699" cy="4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7B05ED2-74A3-F497-FA50-A6C43204BA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0" y="3429000"/>
            <a:ext cx="2562485" cy="59022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015E119-0399-2023-B91E-A7C57E3A81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" y="4091220"/>
            <a:ext cx="2562485" cy="214448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862AA122-9613-C5FF-3E61-B10DAD02FF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33515" y="3429000"/>
            <a:ext cx="2562485" cy="59022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44BA58F0-43DD-3179-9998-D1BCC212E0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33515" y="4091220"/>
            <a:ext cx="2562485" cy="214448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63006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A9C726-8640-E9F4-BB57-FA6C9524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87" y="584199"/>
            <a:ext cx="3732178" cy="2500293"/>
          </a:xfrm>
        </p:spPr>
        <p:txBody>
          <a:bodyPr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9525524-1BB1-D614-0C05-6A326700FAC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3253409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ID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B89CDC8-3468-9B5A-5266-B8D3BA8A46E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636329" y="3425673"/>
            <a:ext cx="3428546" cy="343232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ID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8667C8F-A3DA-2571-B412-5F57EA83A0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1DEDB75-AA90-4145-BE40-83190D9C9F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D880902A-6CA3-2C5C-87CB-98251D275D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34943" y="595905"/>
            <a:ext cx="3428546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FC767E14-3B0B-9312-BAA9-623054EBE6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4943" y="991424"/>
            <a:ext cx="3428546" cy="207406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1559C428-BB19-CC7E-DA76-C1891722B4D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78087" y="3439020"/>
            <a:ext cx="3732178" cy="32352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57B7B4B0-D463-3CE9-5646-636050B3A12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78087" y="3834540"/>
            <a:ext cx="3732178" cy="240116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62462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CDE15C-5327-E672-DC8B-2E803ED788C1}"/>
              </a:ext>
            </a:extLst>
          </p:cNvPr>
          <p:cNvSpPr/>
          <p:nvPr userDrawn="1"/>
        </p:nvSpPr>
        <p:spPr>
          <a:xfrm>
            <a:off x="0" y="584199"/>
            <a:ext cx="10164763" cy="1622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84200"/>
            <a:ext cx="9504363" cy="1622504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5BEA024-E389-52C5-1BE3-1EEF00B6C30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60400" y="2371443"/>
            <a:ext cx="3419475" cy="386425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ID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75DD470A-20F0-5E3D-1F33-F3080D2DD8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7070" y="2371443"/>
            <a:ext cx="5697694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ADA0635-C343-2006-C591-D2087F499F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7070" y="2766962"/>
            <a:ext cx="5697694" cy="146005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36DD020D-CB7E-C7B0-227A-72112F95BCE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67070" y="4380125"/>
            <a:ext cx="5697694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3CEDFA3-5D34-7BB4-CC19-83F21FA1B3B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67070" y="4775644"/>
            <a:ext cx="5697694" cy="146005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27206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4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CDE15C-5327-E672-DC8B-2E803ED788C1}"/>
              </a:ext>
            </a:extLst>
          </p:cNvPr>
          <p:cNvSpPr/>
          <p:nvPr userDrawn="1"/>
        </p:nvSpPr>
        <p:spPr>
          <a:xfrm>
            <a:off x="1" y="584200"/>
            <a:ext cx="4712012" cy="5651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511" y="584200"/>
            <a:ext cx="6106363" cy="191901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5BEA024-E389-52C5-1BE3-1EEF00B6C30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48868" y="982721"/>
            <a:ext cx="3814279" cy="4882560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ID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8B1718A-963F-C9B4-8E99-9028B709C4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58511" y="2619848"/>
            <a:ext cx="6106364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B0E0ACB0-0787-2BDA-A04B-F6B8768780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58511" y="3015368"/>
            <a:ext cx="6106364" cy="1347082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8245385C-38E9-760F-6893-09B8868A449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958511" y="4493098"/>
            <a:ext cx="6106364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746807A9-9CA6-6D94-69FE-27C77F3B89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58511" y="4888618"/>
            <a:ext cx="6106364" cy="1347082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155313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03F2953A-B883-0D85-E0EA-820AE235FE5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881735" y="2387500"/>
            <a:ext cx="2538396" cy="3848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latin typeface="+mn-lt"/>
              </a:defRPr>
            </a:lvl1pPr>
          </a:lstStyle>
          <a:p>
            <a:endParaRPr lang="en-ID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29A72C3-D9AE-0B15-1868-B2460024778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636329" y="3604591"/>
            <a:ext cx="3428546" cy="325340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B9405-D76F-ED66-13A6-AE53F556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6759732" cy="162270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E3E7ABE-E6CA-8948-ADEC-9C1F22242E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8096FEF-14A8-25AA-118A-A166CEC7E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131A2893-CFB1-45D3-9A24-919D8318DF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0" y="2387500"/>
            <a:ext cx="4076245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E7FCA373-CD30-E1C4-AF10-4BCB2123DB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" y="2783020"/>
            <a:ext cx="4076245" cy="1436711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33215B63-75C5-3114-ED3A-CFC3943831F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60400" y="4403469"/>
            <a:ext cx="4076245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9D2E22A3-7409-1388-CB09-20447B18E5F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60400" y="4798989"/>
            <a:ext cx="4076245" cy="1436711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85682CE-3409-CF5D-376A-67362ACECCB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638506" y="592320"/>
            <a:ext cx="3428546" cy="32352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F1C62454-2A01-8BA4-9C6F-189FDF0DD02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38506" y="987839"/>
            <a:ext cx="3428546" cy="2265570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93927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584199"/>
            <a:ext cx="5435600" cy="220912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5BEA024-E389-52C5-1BE3-1EEF00B6C30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818204" y="0"/>
            <a:ext cx="3057160" cy="32101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ID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4C6926E2-057B-24BB-9F09-EDF6EC180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1" y="3429000"/>
            <a:ext cx="3057160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8C70CB2C-FDF1-9C28-6D50-747D948A15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1" y="4064678"/>
            <a:ext cx="3057160" cy="2171021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939478F3-B397-020B-333B-1E3EB2F05B1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239303" y="3429000"/>
            <a:ext cx="3057160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EC7E61EC-E13C-8BE7-637B-3908FD1848F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39303" y="4064678"/>
            <a:ext cx="3057160" cy="2171021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A3D594E-716B-6E84-CD33-CB81544BBA7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18204" y="3429000"/>
            <a:ext cx="3057160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E654CA7C-088F-947F-1D23-51BA3AEABE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18204" y="4064678"/>
            <a:ext cx="3057160" cy="2171021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1029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879497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6A8F85CA-690B-855F-E33D-ED62D4001F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0" y="2143660"/>
            <a:ext cx="3022337" cy="323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0" rIns="9000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8C32BE55-15CD-D1D1-F1AA-659169BAFF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" y="2539180"/>
            <a:ext cx="3022337" cy="3696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3DC64965-40A3-81BA-41A8-773D5828790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079875" y="2143660"/>
            <a:ext cx="3022337" cy="323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0000" tIns="0" rIns="90000" bIns="0" rtlCol="0" anchor="ctr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A07F7C1-5F6F-194D-47DC-746BC04AA8C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079875" y="2539180"/>
            <a:ext cx="3022337" cy="3696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FEA0C16E-2DD2-9578-7AFE-024A81AEEAA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499350" y="2143660"/>
            <a:ext cx="3022337" cy="323520"/>
          </a:xfrm>
          <a:prstGeom prst="rect">
            <a:avLst/>
          </a:prstGeom>
          <a:solidFill>
            <a:schemeClr val="accent1"/>
          </a:solidFill>
        </p:spPr>
        <p:txBody>
          <a:bodyPr vert="horz" lIns="90000" tIns="0" rIns="90000" bIns="0" rtlCol="0" anchor="ctr">
            <a:noAutofit/>
          </a:bodyPr>
          <a:lstStyle>
            <a:lvl1pPr>
              <a:defRPr lang="en-ID" sz="18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31EC2BD8-993C-1014-C7E6-DA6624E90F0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499350" y="2539180"/>
            <a:ext cx="3022337" cy="36965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70538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584200"/>
            <a:ext cx="9879496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91D80008-540D-EB1F-3D11-79123CD88B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0" y="1809566"/>
            <a:ext cx="4458855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CC1C5D28-1297-B748-16B1-4C999268E6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" y="2445245"/>
            <a:ext cx="4458855" cy="1494826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C4988CBA-164A-58A3-0339-4B04C2DDE5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1042" y="1809566"/>
            <a:ext cx="4458855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4675851-02F7-B81A-31FB-3E1E94EC3D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81042" y="2445245"/>
            <a:ext cx="4458855" cy="1494826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16D10960-C83A-CE07-0D11-0263D4FA43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0400" y="4105195"/>
            <a:ext cx="4458855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4767050C-9176-D799-EB0D-DFBB34A7B9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0400" y="4740874"/>
            <a:ext cx="4458855" cy="1494826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5AFA0015-2C27-481D-7B4A-78E6B7B375A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81042" y="4105195"/>
            <a:ext cx="4458855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53211C9-7F54-9291-ACE0-A123169370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81042" y="4740874"/>
            <a:ext cx="4458855" cy="1494826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6425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584200"/>
            <a:ext cx="7280946" cy="1153366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91D80008-540D-EB1F-3D11-79123CD88B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400" y="1905000"/>
            <a:ext cx="7280946" cy="338705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CC1C5D28-1297-B748-16B1-4C999268E6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400" y="2315705"/>
            <a:ext cx="7280946" cy="54941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618D3-835B-AD5E-ABE9-A22B1848CE85}"/>
              </a:ext>
            </a:extLst>
          </p:cNvPr>
          <p:cNvSpPr/>
          <p:nvPr userDrawn="1"/>
        </p:nvSpPr>
        <p:spPr>
          <a:xfrm>
            <a:off x="8168639" y="584200"/>
            <a:ext cx="2982273" cy="5651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DE7EC61-CFF9-F709-30DE-7B49F830221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395930" y="830580"/>
            <a:ext cx="2527690" cy="5186842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ID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FA764425-8D4E-09DA-3D75-14B710979BA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0400" y="3032761"/>
            <a:ext cx="7280946" cy="338705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06B5073C-77BC-F324-F585-842AC8AF33E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0400" y="3443466"/>
            <a:ext cx="7280946" cy="54941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C246FB0-8FE5-9809-6433-40E68DBC48B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0400" y="4160522"/>
            <a:ext cx="7280946" cy="338705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8AD9F576-C696-4A05-1C5D-B2D9839765B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60400" y="4571227"/>
            <a:ext cx="7280946" cy="54941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66F1F487-51DF-89C6-0776-48E7AF100EE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60400" y="5288283"/>
            <a:ext cx="7280946" cy="338705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A384F041-43E5-F731-6801-66B9E29443F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60400" y="5698988"/>
            <a:ext cx="7280946" cy="549415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8435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72417D9-BC42-3B90-31C4-4BDEF67F3FD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60399" y="3014992"/>
            <a:ext cx="10404475" cy="3220707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6B21E1-59CC-FFA4-B2A4-51299E0A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06A58-EDDC-A8B1-4A1A-EECF9792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91AD6-AEC4-C151-56B7-7873434B4B39}"/>
              </a:ext>
            </a:extLst>
          </p:cNvPr>
          <p:cNvSpPr/>
          <p:nvPr userDrawn="1"/>
        </p:nvSpPr>
        <p:spPr>
          <a:xfrm>
            <a:off x="1" y="584199"/>
            <a:ext cx="11064874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7CFB45D-F382-DC97-076E-F66DFD878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84200"/>
            <a:ext cx="10404473" cy="1311274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FD4645C2-61BB-C2CD-50AD-AA1FEFF35A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0398" y="2052966"/>
            <a:ext cx="10404475" cy="804534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 b="0"/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787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504363" cy="1109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5DC55D-FE90-0290-DEC1-253948C6DBFA}"/>
              </a:ext>
            </a:extLst>
          </p:cNvPr>
          <p:cNvSpPr/>
          <p:nvPr userDrawn="1"/>
        </p:nvSpPr>
        <p:spPr>
          <a:xfrm>
            <a:off x="4564573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BC1A33-4444-08A7-4E25-7052C1EEAD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64573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64E6BE1-7E83-5142-86F9-75A00030EF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5639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09E28D40-CD72-8B36-1C50-BD42514ACA4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0399" y="2267713"/>
            <a:ext cx="2402108" cy="396798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6FC1CE3-17C3-5148-85E8-F21F4EE8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5F417FB-5C92-408C-F2F4-95863C70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57678A0D-C002-3891-28F1-DACE0D7B69C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81625" y="4098354"/>
            <a:ext cx="2547189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3D6C0AA2-D061-4480-E390-1FC83A201F4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081625" y="4723453"/>
            <a:ext cx="2547189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07D8CE4-CDFC-2ADD-C115-C0F1E8F24D98}"/>
              </a:ext>
            </a:extLst>
          </p:cNvPr>
          <p:cNvSpPr/>
          <p:nvPr userDrawn="1"/>
        </p:nvSpPr>
        <p:spPr>
          <a:xfrm>
            <a:off x="8100522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69A57C6-1106-AD2B-112C-0D11933D235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00522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B3CC842-9C18-30BE-7E7A-BD689418FC8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1588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3E93C5B5-3143-74D0-0439-285A083FC75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617574" y="4098354"/>
            <a:ext cx="2547189" cy="55309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55E014D8-B400-E3D2-9081-E5F01E539C0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617574" y="4723453"/>
            <a:ext cx="2547189" cy="15122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2884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504363" cy="1109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C87B13E6-9077-D596-9868-F538AC8A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08D148E-5899-2F0D-291A-B047E218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3CB9804-721E-62C8-ED5E-B86A113B2582}"/>
              </a:ext>
            </a:extLst>
          </p:cNvPr>
          <p:cNvSpPr/>
          <p:nvPr userDrawn="1"/>
        </p:nvSpPr>
        <p:spPr>
          <a:xfrm>
            <a:off x="1143348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2164ACCB-4775-B984-73C6-8A6ADC18A79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43348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9810C02C-69E1-8A65-0248-75B54F0B44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04414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F3CA8122-E220-FE68-4EE6-122DE04AAD1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0400" y="4099332"/>
            <a:ext cx="2547189" cy="627167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69C239CE-30E0-C3F1-9569-E9BE12EA2B8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60400" y="4798500"/>
            <a:ext cx="2547189" cy="143719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47CD1FC-E906-1EE0-880A-46618A8FDC93}"/>
              </a:ext>
            </a:extLst>
          </p:cNvPr>
          <p:cNvSpPr/>
          <p:nvPr userDrawn="1"/>
        </p:nvSpPr>
        <p:spPr>
          <a:xfrm>
            <a:off x="4621935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6AD41DF6-84AC-A583-FBD6-7F6C4886855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21935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E9BFB3C1-C619-74D7-4784-15DC9FE5D3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83001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0000965D-2578-6155-35FE-CAFB6E489F4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138987" y="4099333"/>
            <a:ext cx="2547189" cy="627166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A54A5D8D-144A-1E61-73E9-F9E0B375DBD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138987" y="4798500"/>
            <a:ext cx="2547189" cy="143719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87B446E-ABEB-3CE2-C73F-1FE1E3CBDEFF}"/>
              </a:ext>
            </a:extLst>
          </p:cNvPr>
          <p:cNvSpPr/>
          <p:nvPr userDrawn="1"/>
        </p:nvSpPr>
        <p:spPr>
          <a:xfrm>
            <a:off x="8100522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8DF74A7B-251C-1765-68DB-B019567970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00522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0279DAD5-70CB-F0E3-6937-C80203E8D03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61588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CB0D9F53-B02F-FF06-059E-397FB065757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17574" y="4099333"/>
            <a:ext cx="2547189" cy="627166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1" name="Text Placeholder 29">
            <a:extLst>
              <a:ext uri="{FF2B5EF4-FFF2-40B4-BE49-F238E27FC236}">
                <a16:creationId xmlns:a16="http://schemas.microsoft.com/office/drawing/2014/main" id="{AD6C30FA-07A5-06D6-0D59-0BC83E5097D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617574" y="4798500"/>
            <a:ext cx="2547189" cy="143719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4047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9504363" cy="1109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5FE0AD0-CD14-1F2B-3E86-2DDB59FF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624A1B1-CC28-AC26-5D0A-D7946A0E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C58962-809D-907B-6699-78E1D2CF3F20}"/>
              </a:ext>
            </a:extLst>
          </p:cNvPr>
          <p:cNvSpPr/>
          <p:nvPr userDrawn="1"/>
        </p:nvSpPr>
        <p:spPr>
          <a:xfrm>
            <a:off x="1015930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BA85B3B-E448-EFCE-CB3B-05728EE1F4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5930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35BEF1A-72AC-9D10-B716-C19EC31A32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76996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E9B909BB-3954-D491-0151-5EBFA6EF9D0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0401" y="4099332"/>
            <a:ext cx="2292350" cy="62716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BFEF2243-2620-28A0-A7D7-23BD8E21D79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60401" y="4798500"/>
            <a:ext cx="2292350" cy="143719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5791067-041F-39E0-4A4A-2B084E1F445D}"/>
              </a:ext>
            </a:extLst>
          </p:cNvPr>
          <p:cNvSpPr/>
          <p:nvPr userDrawn="1"/>
        </p:nvSpPr>
        <p:spPr>
          <a:xfrm>
            <a:off x="3711066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DAA495C1-41C8-8470-693A-23FBBA0478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11066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CF51E5F6-FBF5-5D9F-8992-00A4497465E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72132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91EFFD91-735D-4442-8C68-8FAD26665FC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55537" y="4099332"/>
            <a:ext cx="2292350" cy="62716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5786BC41-AD89-DE68-CB78-F698D2E11E5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55537" y="4798500"/>
            <a:ext cx="2292350" cy="143719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C160F58-728D-A52C-08AA-F42DDAA5E3DC}"/>
              </a:ext>
            </a:extLst>
          </p:cNvPr>
          <p:cNvSpPr/>
          <p:nvPr userDrawn="1"/>
        </p:nvSpPr>
        <p:spPr>
          <a:xfrm>
            <a:off x="6406202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B3908635-6131-8EB6-97C3-CCD2E38FFC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06202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E4D58461-87D7-5F21-192F-740BBD3E444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67268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830D37F2-A5A4-F0B5-36E0-EEE3F23D97A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050673" y="4099332"/>
            <a:ext cx="2292350" cy="62716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1" name="Text Placeholder 29">
            <a:extLst>
              <a:ext uri="{FF2B5EF4-FFF2-40B4-BE49-F238E27FC236}">
                <a16:creationId xmlns:a16="http://schemas.microsoft.com/office/drawing/2014/main" id="{2ECFE44A-FDEC-C969-8F62-EC9E247793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050673" y="4798500"/>
            <a:ext cx="2292350" cy="143719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A6B346A-0427-D221-455C-458B63343FB5}"/>
              </a:ext>
            </a:extLst>
          </p:cNvPr>
          <p:cNvSpPr/>
          <p:nvPr userDrawn="1"/>
        </p:nvSpPr>
        <p:spPr>
          <a:xfrm>
            <a:off x="9101339" y="226771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03EACB83-C3B0-3326-55EA-F4960694C1E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1339" y="226771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64" name="Text Placeholder 6">
            <a:extLst>
              <a:ext uri="{FF2B5EF4-FFF2-40B4-BE49-F238E27FC236}">
                <a16:creationId xmlns:a16="http://schemas.microsoft.com/office/drawing/2014/main" id="{8C1A46F9-4764-0BF7-E5C3-C0CBEE70C7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262405" y="2688017"/>
            <a:ext cx="1259160" cy="7601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569BE5B1-CAAC-47F8-066B-86F90E8FAFE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745810" y="4099332"/>
            <a:ext cx="2292350" cy="62716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B928F8F4-4A25-832D-07D8-F5060BF46F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745810" y="4798500"/>
            <a:ext cx="2292350" cy="143719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623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10214962" cy="1109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5FE0AD0-CD14-1F2B-3E86-2DDB59FF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624A1B1-CC28-AC26-5D0A-D7946A0E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87153CBE-BBCC-4565-40E6-2840B5630B3A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60399" y="1943100"/>
            <a:ext cx="5042651" cy="4292600"/>
          </a:xfrm>
        </p:spPr>
        <p:txBody>
          <a:bodyPr/>
          <a:lstStyle>
            <a:lvl1pPr>
              <a:defRPr sz="1800"/>
            </a:lvl1pPr>
          </a:lstStyle>
          <a:p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39351F47-98EA-4307-2EE7-5B211D424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1949450"/>
            <a:ext cx="4779358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51567CB2-2212-DBA6-48A3-843D556577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96000" y="2585129"/>
            <a:ext cx="4779358" cy="3650572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4202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584200"/>
            <a:ext cx="10214959" cy="1109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5FE0AD0-CD14-1F2B-3E86-2DDB59FF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32092" y="584200"/>
            <a:ext cx="959908" cy="56515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624A1B1-CC28-AC26-5D0A-D7946A0E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9338" y="6409951"/>
            <a:ext cx="982662" cy="273799"/>
          </a:xfrm>
        </p:spPr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3" name="Chart Placeholder 3">
            <a:extLst>
              <a:ext uri="{FF2B5EF4-FFF2-40B4-BE49-F238E27FC236}">
                <a16:creationId xmlns:a16="http://schemas.microsoft.com/office/drawing/2014/main" id="{5F70DDED-3597-69E5-DD5A-F7D08BCFE35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831757" y="1943100"/>
            <a:ext cx="5042651" cy="4292600"/>
          </a:xfrm>
        </p:spPr>
        <p:txBody>
          <a:bodyPr/>
          <a:lstStyle>
            <a:lvl1pPr>
              <a:defRPr sz="1800"/>
            </a:lvl1pPr>
          </a:lstStyle>
          <a:p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D94DB3B-288F-70A0-50D6-FB19B488F1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5424" y="1949450"/>
            <a:ext cx="4815576" cy="563679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>
              <a:defRPr lang="en-ID" sz="18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E710EAB5-7912-BB3A-E9EB-B5108A43EC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5424" y="2585129"/>
            <a:ext cx="4815576" cy="3650572"/>
          </a:xfrm>
          <a:prstGeom prst="rect">
            <a:avLst/>
          </a:prstGeom>
        </p:spPr>
        <p:txBody>
          <a:bodyPr vert="horz" lIns="91440" tIns="0" rIns="91440" bIns="0" rtlCol="0">
            <a:noAutofit/>
          </a:bodyPr>
          <a:lstStyle>
            <a:lvl1pPr>
              <a:defRPr lang="en-ID" sz="16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3825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9233F8-FB80-430E-11F9-D58FC66AB5FE}"/>
              </a:ext>
            </a:extLst>
          </p:cNvPr>
          <p:cNvCxnSpPr>
            <a:cxnSpLocks/>
          </p:cNvCxnSpPr>
          <p:nvPr userDrawn="1"/>
        </p:nvCxnSpPr>
        <p:spPr>
          <a:xfrm>
            <a:off x="721063" y="4055574"/>
            <a:ext cx="10404475" cy="0"/>
          </a:xfrm>
          <a:prstGeom prst="line">
            <a:avLst/>
          </a:prstGeom>
          <a:ln w="38100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270000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00535" y="4535917"/>
            <a:ext cx="3206743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700535" y="5115248"/>
            <a:ext cx="3206743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16200000">
            <a:off x="533510" y="4912431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E9CF1C14-210B-3036-9DF5-67882AC7650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405878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665C342-4CCB-3763-A555-74A520310A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842636" y="4535917"/>
            <a:ext cx="3206743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42782480-C89D-6947-8E08-1B55E95380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842636" y="5115248"/>
            <a:ext cx="3206743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688FAA17-CBEB-FBA3-2CA3-39DD5423E0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16200000">
            <a:off x="6643988" y="4912431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F9766493-783D-E1C6-82E2-DDBEC4B17C8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771586" y="1762479"/>
            <a:ext cx="3206743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378D5432-DB0A-21D0-BE1A-E9C22965727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71586" y="2341810"/>
            <a:ext cx="3206743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2333B0A-C67D-B13E-0D9C-4133E323674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337939" y="38354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6DBDC8DD-0515-CDB5-2063-5F285554243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16200000">
            <a:off x="3541124" y="2873321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1F6564-09B9-B3C2-A41A-894D3539A18C}"/>
              </a:ext>
            </a:extLst>
          </p:cNvPr>
          <p:cNvCxnSpPr>
            <a:cxnSpLocks/>
          </p:cNvCxnSpPr>
          <p:nvPr userDrawn="1"/>
        </p:nvCxnSpPr>
        <p:spPr>
          <a:xfrm flipV="1">
            <a:off x="4539675" y="219461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E7928C-DB7D-A511-D2FC-350F7567E3B8}"/>
              </a:ext>
            </a:extLst>
          </p:cNvPr>
          <p:cNvCxnSpPr>
            <a:cxnSpLocks/>
          </p:cNvCxnSpPr>
          <p:nvPr userDrawn="1"/>
        </p:nvCxnSpPr>
        <p:spPr>
          <a:xfrm>
            <a:off x="1471736" y="420964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5D3AD0-429B-C767-50E5-8775DDB6FB4A}"/>
              </a:ext>
            </a:extLst>
          </p:cNvPr>
          <p:cNvCxnSpPr>
            <a:cxnSpLocks/>
          </p:cNvCxnSpPr>
          <p:nvPr userDrawn="1"/>
        </p:nvCxnSpPr>
        <p:spPr>
          <a:xfrm>
            <a:off x="7607614" y="420964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571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9233F8-FB80-430E-11F9-D58FC66AB5FE}"/>
              </a:ext>
            </a:extLst>
          </p:cNvPr>
          <p:cNvCxnSpPr>
            <a:cxnSpLocks/>
          </p:cNvCxnSpPr>
          <p:nvPr userDrawn="1"/>
        </p:nvCxnSpPr>
        <p:spPr>
          <a:xfrm>
            <a:off x="721063" y="4055574"/>
            <a:ext cx="10404475" cy="0"/>
          </a:xfrm>
          <a:prstGeom prst="line">
            <a:avLst/>
          </a:prstGeom>
          <a:ln w="38100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270000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00536" y="1757346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700536" y="2336677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AE8DE7-75E7-4F02-4247-F971195B92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475248" y="219461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16200000">
            <a:off x="485885" y="2870200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E9CF1C14-210B-3036-9DF5-67882AC7650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019800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665C342-4CCB-3763-A555-74A520310A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456559" y="1757346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42782480-C89D-6947-8E08-1B55E95380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456559" y="2336677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A2BA3B-5621-FCD2-2980-67CE5578D598}"/>
              </a:ext>
            </a:extLst>
          </p:cNvPr>
          <p:cNvCxnSpPr>
            <a:cxnSpLocks/>
          </p:cNvCxnSpPr>
          <p:nvPr userDrawn="1"/>
        </p:nvCxnSpPr>
        <p:spPr>
          <a:xfrm flipV="1">
            <a:off x="6231271" y="219461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688FAA17-CBEB-FBA3-2CA3-39DD5423E0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16200000">
            <a:off x="5210285" y="2870200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F9766493-783D-E1C6-82E2-DDBEC4B17C8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078247" y="4532530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378D5432-DB0A-21D0-BE1A-E9C22965727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078247" y="5111861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2333B0A-C67D-B13E-0D9C-4133E323674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632200" y="38354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0EF1C2-7EDE-78C6-D641-08043B04E8ED}"/>
              </a:ext>
            </a:extLst>
          </p:cNvPr>
          <p:cNvCxnSpPr>
            <a:cxnSpLocks/>
          </p:cNvCxnSpPr>
          <p:nvPr userDrawn="1"/>
        </p:nvCxnSpPr>
        <p:spPr>
          <a:xfrm>
            <a:off x="3852958" y="420964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6DBDC8DD-0515-CDB5-2063-5F285554243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16200000">
            <a:off x="2860785" y="4902200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E4A10460-AAA3-75F4-08DB-EA1A7285EE3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33667" y="4532530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599DF0B8-6317-2C1C-FF92-82D8E4568E0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833667" y="5111861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AB0158A-C062-A471-A6BC-DA5CC26BF3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394700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8D3E01-E9B8-FF1E-3706-6BD94F13C981}"/>
              </a:ext>
            </a:extLst>
          </p:cNvPr>
          <p:cNvCxnSpPr>
            <a:cxnSpLocks/>
          </p:cNvCxnSpPr>
          <p:nvPr userDrawn="1"/>
        </p:nvCxnSpPr>
        <p:spPr>
          <a:xfrm>
            <a:off x="8608378" y="420964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DA84726B-856E-619A-A121-C00FACEED2F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16200000">
            <a:off x="7610585" y="4902200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7768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9233F8-FB80-430E-11F9-D58FC66AB5FE}"/>
              </a:ext>
            </a:extLst>
          </p:cNvPr>
          <p:cNvCxnSpPr>
            <a:cxnSpLocks/>
          </p:cNvCxnSpPr>
          <p:nvPr userDrawn="1"/>
        </p:nvCxnSpPr>
        <p:spPr>
          <a:xfrm>
            <a:off x="721063" y="4055574"/>
            <a:ext cx="10404475" cy="0"/>
          </a:xfrm>
          <a:prstGeom prst="line">
            <a:avLst/>
          </a:prstGeom>
          <a:ln w="38100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41400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471936" y="4531248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71936" y="5110579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AE8DE7-75E7-4F02-4247-F971195B925F}"/>
              </a:ext>
            </a:extLst>
          </p:cNvPr>
          <p:cNvCxnSpPr>
            <a:cxnSpLocks/>
          </p:cNvCxnSpPr>
          <p:nvPr userDrawn="1"/>
        </p:nvCxnSpPr>
        <p:spPr>
          <a:xfrm>
            <a:off x="1246648" y="4201036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16200000">
            <a:off x="257285" y="4955514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62CC70E6-A404-7511-9BE1-3343D51E6C2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866547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D97195B5-32EB-A3AD-2954-5FD3D1CFB87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297083" y="1757346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A2E9FE1-AC1C-8B0F-03CB-2D268D86394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297083" y="2336677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3C0F31-389D-91BD-A06E-769E6C3FEF1A}"/>
              </a:ext>
            </a:extLst>
          </p:cNvPr>
          <p:cNvCxnSpPr>
            <a:cxnSpLocks/>
          </p:cNvCxnSpPr>
          <p:nvPr userDrawn="1"/>
        </p:nvCxnSpPr>
        <p:spPr>
          <a:xfrm flipV="1">
            <a:off x="3071795" y="219461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598109B0-5D70-7BF3-D7DD-09335F6634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 rot="16200000">
            <a:off x="2082432" y="2870200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111BA7C4-4F03-ED6B-DF53-D39BF237777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91694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BC773118-8422-1E23-C40F-54D9D49BE68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122230" y="4531248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65EDAE88-2BA6-B822-2187-A611D84C71C8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122230" y="5110579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B70B3FF-2AD1-660F-2DA3-B3B8D7036081}"/>
              </a:ext>
            </a:extLst>
          </p:cNvPr>
          <p:cNvCxnSpPr>
            <a:cxnSpLocks/>
          </p:cNvCxnSpPr>
          <p:nvPr userDrawn="1"/>
        </p:nvCxnSpPr>
        <p:spPr>
          <a:xfrm>
            <a:off x="4896942" y="4201036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10E4AB2D-4CAD-7FD1-5BFB-C4018C77DE4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 rot="16200000">
            <a:off x="3907579" y="4955514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710F7E5-7B54-E3FB-92E0-A9DF00EDE9A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516841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2907DB3D-2B69-E237-8338-368AE3C8E13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947377" y="1757346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9F1F84CD-5412-F357-81AC-9B8B5B1A7F5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947377" y="2336677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693A71-45D6-1588-388C-A8FE703EF123}"/>
              </a:ext>
            </a:extLst>
          </p:cNvPr>
          <p:cNvCxnSpPr>
            <a:cxnSpLocks/>
          </p:cNvCxnSpPr>
          <p:nvPr userDrawn="1"/>
        </p:nvCxnSpPr>
        <p:spPr>
          <a:xfrm flipV="1">
            <a:off x="6722089" y="2194618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65A3D2C8-889B-01C5-7D8C-97BD1B272C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 rot="16200000">
            <a:off x="5732726" y="2870200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D09C73E-BF12-DCB6-8B09-3D6FAFFBE28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341989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591DC484-B7DD-3074-21D1-3778747EC0B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772525" y="4531248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8F10405C-6C63-407E-0665-697D51F06D7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772525" y="5110579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1358042-CB42-39F0-6A04-A382CBEF7788}"/>
              </a:ext>
            </a:extLst>
          </p:cNvPr>
          <p:cNvCxnSpPr>
            <a:cxnSpLocks/>
          </p:cNvCxnSpPr>
          <p:nvPr userDrawn="1"/>
        </p:nvCxnSpPr>
        <p:spPr>
          <a:xfrm>
            <a:off x="8547237" y="4201036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AB736FB3-1E84-076D-986C-E0478B505A1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7557874" y="4955514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9791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9233F8-FB80-430E-11F9-D58FC66AB5FE}"/>
              </a:ext>
            </a:extLst>
          </p:cNvPr>
          <p:cNvCxnSpPr>
            <a:cxnSpLocks/>
          </p:cNvCxnSpPr>
          <p:nvPr userDrawn="1"/>
        </p:nvCxnSpPr>
        <p:spPr>
          <a:xfrm>
            <a:off x="721063" y="4055574"/>
            <a:ext cx="10404475" cy="0"/>
          </a:xfrm>
          <a:prstGeom prst="line">
            <a:avLst/>
          </a:prstGeom>
          <a:ln w="38100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41400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471936" y="4531248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71936" y="5110579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AE8DE7-75E7-4F02-4247-F971195B925F}"/>
              </a:ext>
            </a:extLst>
          </p:cNvPr>
          <p:cNvCxnSpPr>
            <a:cxnSpLocks/>
          </p:cNvCxnSpPr>
          <p:nvPr userDrawn="1"/>
        </p:nvCxnSpPr>
        <p:spPr>
          <a:xfrm>
            <a:off x="1246648" y="4201036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16200000">
            <a:off x="257285" y="4955514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8738AA9D-B5D1-E661-D46F-7AE3913D8C0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614044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319EB4E9-F375-A264-51F4-9F8C9F36051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044580" y="2145226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D01CDC55-2FCA-B4DB-8319-8DEB1BCEB1E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044580" y="2724557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8A6B9E-77A7-E7B4-4FE3-44D4030416D8}"/>
              </a:ext>
            </a:extLst>
          </p:cNvPr>
          <p:cNvCxnSpPr>
            <a:cxnSpLocks/>
          </p:cNvCxnSpPr>
          <p:nvPr userDrawn="1"/>
        </p:nvCxnSpPr>
        <p:spPr>
          <a:xfrm>
            <a:off x="2819292" y="1815014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6C4FF98D-7D78-6D09-0706-7E3E23B84D8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 rot="16200000">
            <a:off x="1829929" y="2569492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083F00A7-04DE-84D0-91B0-61BAF1EF3B6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186688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83636FEA-A74C-BB27-67F7-9B6D3E3DC54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17224" y="4531248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F8F88145-1753-4141-BB07-5D36AFBC9BA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17224" y="5110579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7CC0F4E-63E2-9098-18AC-B866E95ED87A}"/>
              </a:ext>
            </a:extLst>
          </p:cNvPr>
          <p:cNvCxnSpPr>
            <a:cxnSpLocks/>
          </p:cNvCxnSpPr>
          <p:nvPr userDrawn="1"/>
        </p:nvCxnSpPr>
        <p:spPr>
          <a:xfrm>
            <a:off x="4391936" y="4201036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A38E980A-D97F-70C8-2EAA-E360966CD21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 rot="16200000">
            <a:off x="3402573" y="4955514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1C980CF6-DE07-E961-5CB4-5BB0AE92980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759332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2A969E6B-BB5F-35B0-3AC1-3A267C7BDCD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189868" y="2145226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70CBB720-9C6C-B684-7805-CEB0CD039A9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189868" y="2724557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C004362-FC43-176C-B5B9-DCD62CE171F0}"/>
              </a:ext>
            </a:extLst>
          </p:cNvPr>
          <p:cNvCxnSpPr>
            <a:cxnSpLocks/>
          </p:cNvCxnSpPr>
          <p:nvPr userDrawn="1"/>
        </p:nvCxnSpPr>
        <p:spPr>
          <a:xfrm>
            <a:off x="5964580" y="1815014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AF8E2EF6-C61A-6777-E2D6-1FEFFADA84C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 rot="16200000">
            <a:off x="4975217" y="2569492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4361108A-4725-DEFD-443F-260BC03C92B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7331976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B826B9E-2A30-C8BE-CF00-F78B3F572CF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762512" y="4531248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62BBD775-ADAB-33FF-5219-8D2DCBA6FF2E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7762512" y="5110579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BD19F8A-A6B7-149F-9E49-59D0A8B4A474}"/>
              </a:ext>
            </a:extLst>
          </p:cNvPr>
          <p:cNvCxnSpPr>
            <a:cxnSpLocks/>
          </p:cNvCxnSpPr>
          <p:nvPr userDrawn="1"/>
        </p:nvCxnSpPr>
        <p:spPr>
          <a:xfrm>
            <a:off x="7537224" y="4201036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B6F9F172-58EC-8DB2-1BF8-8545A83F524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6547861" y="4955514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71" name="Text Placeholder 39">
            <a:extLst>
              <a:ext uri="{FF2B5EF4-FFF2-40B4-BE49-F238E27FC236}">
                <a16:creationId xmlns:a16="http://schemas.microsoft.com/office/drawing/2014/main" id="{3F98A24E-C2F0-0D57-5789-3C4C93AD414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8904620" y="3848100"/>
            <a:ext cx="403472" cy="403472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B0FF3B9D-E9A5-B5B4-FC3A-0162D33B2C9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335156" y="2145226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9F4160D9-95CA-4A18-3961-7B5302D779E4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9335156" y="2724557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99BEF4B-C852-BD85-DB48-FEE520925320}"/>
              </a:ext>
            </a:extLst>
          </p:cNvPr>
          <p:cNvCxnSpPr>
            <a:cxnSpLocks/>
          </p:cNvCxnSpPr>
          <p:nvPr userDrawn="1"/>
        </p:nvCxnSpPr>
        <p:spPr>
          <a:xfrm>
            <a:off x="9109868" y="1815014"/>
            <a:ext cx="0" cy="1706880"/>
          </a:xfrm>
          <a:prstGeom prst="straightConnector1">
            <a:avLst/>
          </a:prstGeom>
          <a:ln>
            <a:prstDash val="dash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E8C5CD7A-4162-A0D6-A379-ACB0B83E20B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 rot="16200000">
            <a:off x="8120505" y="2569492"/>
            <a:ext cx="1472980" cy="32565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75960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538169" y="3491375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2381" y="1861904"/>
            <a:ext cx="3206743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2381" y="2441235"/>
            <a:ext cx="3206743" cy="8448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21479" y="3737055"/>
            <a:ext cx="1013378" cy="54966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E9CF1C14-210B-3036-9DF5-67882AC7650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153791" y="3491375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665C342-4CCB-3763-A555-74A520310A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721293" y="1861904"/>
            <a:ext cx="3206743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42782480-C89D-6947-8E08-1B55E95380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21293" y="2441235"/>
            <a:ext cx="3206743" cy="8448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688FAA17-CBEB-FBA3-2CA3-39DD5423E0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37102" y="3737055"/>
            <a:ext cx="1013378" cy="54966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F9766493-783D-E1C6-82E2-DDBEC4B17C8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32609" y="4811473"/>
            <a:ext cx="3206743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378D5432-DB0A-21D0-BE1A-E9C22965727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332609" y="5390804"/>
            <a:ext cx="3206743" cy="84489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2333B0A-C67D-B13E-0D9C-4133E323674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842106" y="4355917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6DBDC8DD-0515-CDB5-2063-5F285554243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9291" y="3737055"/>
            <a:ext cx="1013378" cy="549662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B5A7048-D50B-E276-5E64-73BACD9DBC6F}"/>
              </a:ext>
            </a:extLst>
          </p:cNvPr>
          <p:cNvGrpSpPr/>
          <p:nvPr userDrawn="1"/>
        </p:nvGrpSpPr>
        <p:grpSpPr>
          <a:xfrm>
            <a:off x="3974263" y="3357980"/>
            <a:ext cx="3923434" cy="1307812"/>
            <a:chOff x="4134283" y="2771991"/>
            <a:chExt cx="3923434" cy="130781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2ADC8C4-AED3-F19D-5D3F-401ED7DC5CD6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5" name="Arc 47">
                <a:extLst>
                  <a:ext uri="{FF2B5EF4-FFF2-40B4-BE49-F238E27FC236}">
                    <a16:creationId xmlns:a16="http://schemas.microsoft.com/office/drawing/2014/main" id="{986042BA-6AF4-D717-7AED-61ECAB149F4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16" name="Arc 48">
                <a:extLst>
                  <a:ext uri="{FF2B5EF4-FFF2-40B4-BE49-F238E27FC236}">
                    <a16:creationId xmlns:a16="http://schemas.microsoft.com/office/drawing/2014/main" id="{1198BED1-F7D1-65FE-A885-037FBA91978B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17" name="Arc 49">
                <a:extLst>
                  <a:ext uri="{FF2B5EF4-FFF2-40B4-BE49-F238E27FC236}">
                    <a16:creationId xmlns:a16="http://schemas.microsoft.com/office/drawing/2014/main" id="{66A07594-E743-F7CF-163C-CEF5C6F1986C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9E50480-6062-2A51-C0AE-9EEE704D3214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975B6218-D178-E779-EC94-0AE09DEA855B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3215AD01-A07E-7C9F-C68B-6B137BF36AA2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02325CDF-D165-81E7-89F2-182E853327B5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5169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873363" y="3496572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42542" y="3218768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2542" y="3798099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467764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E9CF1C14-210B-3036-9DF5-67882AC7650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502841" y="3496572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665C342-4CCB-3763-A555-74A520310A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66698" y="1757346"/>
            <a:ext cx="2642316" cy="50733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42782480-C89D-6947-8E08-1B55E95380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266698" y="2336677"/>
            <a:ext cx="2642316" cy="83872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688FAA17-CBEB-FBA3-2CA3-39DD5423E0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80576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F9766493-783D-E1C6-82E2-DDBEC4B17C8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978492" y="4796683"/>
            <a:ext cx="2642316" cy="50733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378D5432-DB0A-21D0-BE1A-E9C22965727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978492" y="5376014"/>
            <a:ext cx="2642316" cy="83872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2333B0A-C67D-B13E-0D9C-4133E323674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208487" y="4355917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6DBDC8DD-0515-CDB5-2063-5F285554243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774170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E4A10460-AAA3-75F4-08DB-EA1A7285EE3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729156" y="3218768"/>
            <a:ext cx="229235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8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599DF0B8-6317-2C1C-FF92-82D8E4568E0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729156" y="3798099"/>
            <a:ext cx="229235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6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AB0158A-C062-A471-A6BC-DA5CC26BF3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827614" y="4355917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DA84726B-856E-619A-A121-C00FACEED2F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86982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7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CCB162-EC94-78DA-B0D3-5BA3F7F69628}"/>
              </a:ext>
            </a:extLst>
          </p:cNvPr>
          <p:cNvGrpSpPr/>
          <p:nvPr userDrawn="1"/>
        </p:nvGrpSpPr>
        <p:grpSpPr>
          <a:xfrm>
            <a:off x="3319247" y="3357980"/>
            <a:ext cx="5231244" cy="1307812"/>
            <a:chOff x="4134283" y="3357980"/>
            <a:chExt cx="5231244" cy="13078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C8D40C-57F8-3834-6639-34747BBE386A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0" name="Arc 47">
                <a:extLst>
                  <a:ext uri="{FF2B5EF4-FFF2-40B4-BE49-F238E27FC236}">
                    <a16:creationId xmlns:a16="http://schemas.microsoft.com/office/drawing/2014/main" id="{34E5F0FF-91A8-C2BE-EECE-79AAD5D5A321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21" name="Arc 48">
                <a:extLst>
                  <a:ext uri="{FF2B5EF4-FFF2-40B4-BE49-F238E27FC236}">
                    <a16:creationId xmlns:a16="http://schemas.microsoft.com/office/drawing/2014/main" id="{0BCF961E-278D-1FFD-814E-DC84B908B6BB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5245B5-A030-EBC0-C325-ED7EAEF92136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17" name="Arc 47">
                <a:extLst>
                  <a:ext uri="{FF2B5EF4-FFF2-40B4-BE49-F238E27FC236}">
                    <a16:creationId xmlns:a16="http://schemas.microsoft.com/office/drawing/2014/main" id="{884399FC-4336-C29E-B230-9A8DFE9E98B0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18" name="Arc 48">
                <a:extLst>
                  <a:ext uri="{FF2B5EF4-FFF2-40B4-BE49-F238E27FC236}">
                    <a16:creationId xmlns:a16="http://schemas.microsoft.com/office/drawing/2014/main" id="{178094A0-A75E-DB38-8B32-9569739CF7D3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CD68623-7E3C-D559-49E0-DEEBA30CB7CA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65BFEB18-1A35-EC5F-F50E-332E2ACE12D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A2D99465-7171-050A-9F88-A309C508E7B9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404997D-A1AB-DF72-B775-7317FDAD16E2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F6D503B9-D6B4-761A-258D-6EAE9440FE53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4913DA5B-33DD-40A5-BA47-470427FA5751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26500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214703" y="3496571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57291" y="1711907"/>
            <a:ext cx="206280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57291" y="2291238"/>
            <a:ext cx="206280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13605" y="3751749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62CC70E6-A404-7511-9BE1-3343D51E6C2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539608" y="4351248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D97195B5-32EB-A3AD-2954-5FD3D1CFB87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96768" y="4772313"/>
            <a:ext cx="206280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A2E9FE1-AC1C-8B0F-03CB-2D268D86394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596768" y="5351644"/>
            <a:ext cx="206280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598109B0-5D70-7BF3-D7DD-09335F6634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21564" y="3751749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111BA7C4-4F03-ED6B-DF53-D39BF237777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837286" y="3496571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BC773118-8422-1E23-C40F-54D9D49BE68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891119" y="1711907"/>
            <a:ext cx="206280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65EDAE88-2BA6-B822-2187-A611D84C71C8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891119" y="2291238"/>
            <a:ext cx="206280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10E4AB2D-4CAD-7FD1-5BFB-C4018C77DE4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429523" y="3751749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710F7E5-7B54-E3FB-92E0-A9DF00EDE9A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7158647" y="4351248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2907DB3D-2B69-E237-8338-368AE3C8E13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242087" y="4772313"/>
            <a:ext cx="206280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9F1F84CD-5412-F357-81AC-9B8B5B1A7F5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242087" y="5351644"/>
            <a:ext cx="206280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65A3D2C8-889B-01C5-7D8C-97BD1B272C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737482" y="3751749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D09C73E-BF12-DCB6-8B09-3D6FAFFBE28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459869" y="3496571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591DC484-B7DD-3074-21D1-3778747EC0B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524947" y="1720151"/>
            <a:ext cx="206280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8F10405C-6C63-407E-0665-697D51F06D7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7524947" y="2299482"/>
            <a:ext cx="206280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AB736FB3-1E84-076D-986C-E0478B505A1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045441" y="3751749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C5BDDF-B44E-4697-72D2-5D75D67380E8}"/>
              </a:ext>
            </a:extLst>
          </p:cNvPr>
          <p:cNvGrpSpPr/>
          <p:nvPr userDrawn="1"/>
        </p:nvGrpSpPr>
        <p:grpSpPr>
          <a:xfrm>
            <a:off x="2667892" y="3357980"/>
            <a:ext cx="6539055" cy="1307812"/>
            <a:chOff x="3480378" y="3357980"/>
            <a:chExt cx="6539055" cy="1307812"/>
          </a:xfrm>
        </p:grpSpPr>
        <p:sp>
          <p:nvSpPr>
            <p:cNvPr id="7" name="Arc 47">
              <a:extLst>
                <a:ext uri="{FF2B5EF4-FFF2-40B4-BE49-F238E27FC236}">
                  <a16:creationId xmlns:a16="http://schemas.microsoft.com/office/drawing/2014/main" id="{0BA050EE-725E-696E-BB2C-6EA9D3E97823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8" name="Arc 47">
              <a:extLst>
                <a:ext uri="{FF2B5EF4-FFF2-40B4-BE49-F238E27FC236}">
                  <a16:creationId xmlns:a16="http://schemas.microsoft.com/office/drawing/2014/main" id="{BCA34499-99ED-BC43-4118-1A9CC6F1143B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0" name="Arc 48">
              <a:extLst>
                <a:ext uri="{FF2B5EF4-FFF2-40B4-BE49-F238E27FC236}">
                  <a16:creationId xmlns:a16="http://schemas.microsoft.com/office/drawing/2014/main" id="{56E05A6D-3B23-98D5-8FD3-2154383DFA4E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1" name="Arc 47">
              <a:extLst>
                <a:ext uri="{FF2B5EF4-FFF2-40B4-BE49-F238E27FC236}">
                  <a16:creationId xmlns:a16="http://schemas.microsoft.com/office/drawing/2014/main" id="{DCF43937-3269-04C3-5B95-198BC2513BE3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3158D5CA-0575-06A0-DFB1-C84EB494BF48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38539F59-7DBE-09FA-2224-95CEDB6A0713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141DA3FF-8B95-6AFD-8D36-7C325910B7D5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88715D1B-77B6-C3AE-19B7-B1B43A772039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8F6EF26C-6E28-D9A6-7A9B-06F6B826F917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12BFCAEE-B63B-8000-B738-A038371636F8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514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CDE9001-2BFE-DC7E-3376-A5321A7895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63464" y="3492673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20CFCED-1102-2362-47DC-164859E730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902633" y="1715115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A0C1754-2516-594E-668C-3DC0D7EE3E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902633" y="2294446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23A7DD9-C0F9-8011-30C3-323E467C5B8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68917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8738AA9D-B5D1-E661-D46F-7AE3913D8C0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874990" y="4355917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319EB4E9-F375-A264-51F4-9F8C9F36051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207910" y="4852538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D01CDC55-2FCA-B4DB-8319-8DEB1BCEB1E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207910" y="5431869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6C4FF98D-7D78-6D09-0706-7E3E23B84D8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473613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083F00A7-04DE-84D0-91B0-61BAF1EF3B6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186516" y="3492673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83636FEA-A74C-BB27-67F7-9B6D3E3DC54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13187" y="1684943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58" name="Text Placeholder 29">
            <a:extLst>
              <a:ext uri="{FF2B5EF4-FFF2-40B4-BE49-F238E27FC236}">
                <a16:creationId xmlns:a16="http://schemas.microsoft.com/office/drawing/2014/main" id="{F8F88145-1753-4141-BB07-5D36AFBC9BA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513187" y="2264274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A38E980A-D97F-70C8-2EAA-E360966CD21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78309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1C980CF6-DE07-E961-5CB4-5BB0AE92980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498042" y="4355917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2A969E6B-BB5F-35B0-3AC1-3A267C7BDCD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818464" y="4852538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70CBB720-9C6C-B684-7805-CEB0CD039A9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5818464" y="5431869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AF8E2EF6-C61A-6777-E2D6-1FEFFADA84C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083005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4361108A-4725-DEFD-443F-260BC03C92B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7809568" y="3492673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4B826B9E-2A30-C8BE-CF00-F78B3F572CF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123741" y="1706539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62BBD775-ADAB-33FF-5219-8D2DCBA6FF2E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7123741" y="2285870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B6F9F172-58EC-8DB2-1BF8-8545A83F524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387701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71" name="Text Placeholder 39">
            <a:extLst>
              <a:ext uri="{FF2B5EF4-FFF2-40B4-BE49-F238E27FC236}">
                <a16:creationId xmlns:a16="http://schemas.microsoft.com/office/drawing/2014/main" id="{3F98A24E-C2F0-0D57-5789-3C4C93AD414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9121094" y="4355917"/>
            <a:ext cx="180000" cy="180000"/>
          </a:xfrm>
          <a:custGeom>
            <a:avLst/>
            <a:gdLst>
              <a:gd name="connsiteX0" fmla="*/ 397660 w 403472"/>
              <a:gd name="connsiteY0" fmla="*/ 0 h 403472"/>
              <a:gd name="connsiteX1" fmla="*/ 278889 w 403472"/>
              <a:gd name="connsiteY1" fmla="*/ 200609 h 403472"/>
              <a:gd name="connsiteX2" fmla="*/ 403472 w 403472"/>
              <a:gd name="connsiteY2" fmla="*/ 397660 h 403472"/>
              <a:gd name="connsiteX3" fmla="*/ 202864 w 403472"/>
              <a:gd name="connsiteY3" fmla="*/ 278889 h 403472"/>
              <a:gd name="connsiteX4" fmla="*/ 5812 w 403472"/>
              <a:gd name="connsiteY4" fmla="*/ 403472 h 403472"/>
              <a:gd name="connsiteX5" fmla="*/ 124583 w 403472"/>
              <a:gd name="connsiteY5" fmla="*/ 202864 h 403472"/>
              <a:gd name="connsiteX6" fmla="*/ 0 w 403472"/>
              <a:gd name="connsiteY6" fmla="*/ 5812 h 403472"/>
              <a:gd name="connsiteX7" fmla="*/ 200608 w 403472"/>
              <a:gd name="connsiteY7" fmla="*/ 124584 h 40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472" h="403472">
                <a:moveTo>
                  <a:pt x="397660" y="0"/>
                </a:moveTo>
                <a:lnTo>
                  <a:pt x="278889" y="200609"/>
                </a:lnTo>
                <a:lnTo>
                  <a:pt x="403472" y="397660"/>
                </a:lnTo>
                <a:lnTo>
                  <a:pt x="202864" y="278889"/>
                </a:lnTo>
                <a:lnTo>
                  <a:pt x="5812" y="403472"/>
                </a:lnTo>
                <a:lnTo>
                  <a:pt x="124583" y="202864"/>
                </a:lnTo>
                <a:lnTo>
                  <a:pt x="0" y="5812"/>
                </a:lnTo>
                <a:lnTo>
                  <a:pt x="200608" y="1245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ID" sz="1000" dirty="0">
                <a:solidFill>
                  <a:schemeClr val="lt1">
                    <a:alpha val="0"/>
                  </a:schemeClr>
                </a:solidFill>
                <a:latin typeface="+mn-lt"/>
              </a:defRPr>
            </a:lvl1pPr>
          </a:lstStyle>
          <a:p>
            <a:pPr lvl="0" algn="ctr" defTabSz="914400"/>
            <a:endParaRPr lang="en-ID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B0FF3B9D-E9A5-B5B4-FC3A-0162D33B2C9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429017" y="4852538"/>
            <a:ext cx="1545580" cy="50733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4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9F4160D9-95CA-4A18-3961-7B5302D779E4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429017" y="5431869"/>
            <a:ext cx="1545580" cy="97808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latin typeface="+mn-lt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E8C5CD7A-4162-A0D6-A379-ACB0B83E20B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692396" y="3736486"/>
            <a:ext cx="1015200" cy="5508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300" b="1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23" indent="0">
              <a:buNone/>
              <a:defRPr sz="733"/>
            </a:lvl2pPr>
            <a:lvl3pPr marL="914446" indent="0">
              <a:buNone/>
              <a:defRPr sz="700"/>
            </a:lvl3pPr>
            <a:lvl4pPr marL="1371669" indent="0">
              <a:buNone/>
              <a:defRPr sz="667"/>
            </a:lvl4pPr>
            <a:lvl5pPr marL="1828891" indent="0">
              <a:buNone/>
              <a:defRPr sz="667"/>
            </a:lvl5pPr>
          </a:lstStyle>
          <a:p>
            <a:pPr lvl="0"/>
            <a:r>
              <a:rPr lang="en-US" dirty="0"/>
              <a:t>Text</a:t>
            </a:r>
            <a:endParaRPr lang="en-ID" dirty="0"/>
          </a:p>
        </p:txBody>
      </p:sp>
      <p:sp>
        <p:nvSpPr>
          <p:cNvPr id="6" name="Arc 48">
            <a:extLst>
              <a:ext uri="{FF2B5EF4-FFF2-40B4-BE49-F238E27FC236}">
                <a16:creationId xmlns:a16="http://schemas.microsoft.com/office/drawing/2014/main" id="{8EAE42D9-C822-6783-7B95-D94FF59C199B}"/>
              </a:ext>
            </a:extLst>
          </p:cNvPr>
          <p:cNvSpPr/>
          <p:nvPr userDrawn="1"/>
        </p:nvSpPr>
        <p:spPr>
          <a:xfrm flipV="1">
            <a:off x="8546091" y="3357980"/>
            <a:ext cx="1307811" cy="1307812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7" name="Arc 47">
            <a:extLst>
              <a:ext uri="{FF2B5EF4-FFF2-40B4-BE49-F238E27FC236}">
                <a16:creationId xmlns:a16="http://schemas.microsoft.com/office/drawing/2014/main" id="{E47C15F9-251F-4E6A-3EFA-A96B07A463A7}"/>
              </a:ext>
            </a:extLst>
          </p:cNvPr>
          <p:cNvSpPr/>
          <p:nvPr userDrawn="1"/>
        </p:nvSpPr>
        <p:spPr>
          <a:xfrm>
            <a:off x="7238280" y="3357980"/>
            <a:ext cx="1307811" cy="1307812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8" name="Arc 47">
            <a:extLst>
              <a:ext uri="{FF2B5EF4-FFF2-40B4-BE49-F238E27FC236}">
                <a16:creationId xmlns:a16="http://schemas.microsoft.com/office/drawing/2014/main" id="{90551928-F378-DB4F-DCAA-E5BC2BE03043}"/>
              </a:ext>
            </a:extLst>
          </p:cNvPr>
          <p:cNvSpPr/>
          <p:nvPr userDrawn="1"/>
        </p:nvSpPr>
        <p:spPr>
          <a:xfrm>
            <a:off x="4622658" y="3357980"/>
            <a:ext cx="1307811" cy="1307812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0" name="Arc 48">
            <a:extLst>
              <a:ext uri="{FF2B5EF4-FFF2-40B4-BE49-F238E27FC236}">
                <a16:creationId xmlns:a16="http://schemas.microsoft.com/office/drawing/2014/main" id="{577B26A8-71AE-5340-97BA-8436E2C46F5B}"/>
              </a:ext>
            </a:extLst>
          </p:cNvPr>
          <p:cNvSpPr/>
          <p:nvPr userDrawn="1"/>
        </p:nvSpPr>
        <p:spPr>
          <a:xfrm flipV="1">
            <a:off x="5930469" y="3357980"/>
            <a:ext cx="1307811" cy="1307812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1" name="Arc 47">
            <a:extLst>
              <a:ext uri="{FF2B5EF4-FFF2-40B4-BE49-F238E27FC236}">
                <a16:creationId xmlns:a16="http://schemas.microsoft.com/office/drawing/2014/main" id="{1A098200-6CF0-63BA-0F00-EEFAF3DCDD75}"/>
              </a:ext>
            </a:extLst>
          </p:cNvPr>
          <p:cNvSpPr/>
          <p:nvPr userDrawn="1"/>
        </p:nvSpPr>
        <p:spPr>
          <a:xfrm>
            <a:off x="2007036" y="3357980"/>
            <a:ext cx="1307811" cy="1307812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2" name="Arc 48">
            <a:extLst>
              <a:ext uri="{FF2B5EF4-FFF2-40B4-BE49-F238E27FC236}">
                <a16:creationId xmlns:a16="http://schemas.microsoft.com/office/drawing/2014/main" id="{9D0D8FEF-5B51-3ACE-680E-C910303B9F85}"/>
              </a:ext>
            </a:extLst>
          </p:cNvPr>
          <p:cNvSpPr/>
          <p:nvPr userDrawn="1"/>
        </p:nvSpPr>
        <p:spPr>
          <a:xfrm flipV="1">
            <a:off x="3314847" y="3357980"/>
            <a:ext cx="1307811" cy="1307812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2ACB575-5252-D16E-8F87-6D1C980CE7D2}"/>
              </a:ext>
            </a:extLst>
          </p:cNvPr>
          <p:cNvSpPr/>
          <p:nvPr userDrawn="1"/>
        </p:nvSpPr>
        <p:spPr>
          <a:xfrm>
            <a:off x="2007036" y="3357980"/>
            <a:ext cx="1307811" cy="1307812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8811BD6-1FE7-3CD1-EDF1-992C5B28EA43}"/>
              </a:ext>
            </a:extLst>
          </p:cNvPr>
          <p:cNvSpPr/>
          <p:nvPr userDrawn="1"/>
        </p:nvSpPr>
        <p:spPr>
          <a:xfrm flipV="1">
            <a:off x="3314847" y="3357980"/>
            <a:ext cx="1307811" cy="1307812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C9B00ED1-0810-06C6-EFE3-1AAA86963842}"/>
              </a:ext>
            </a:extLst>
          </p:cNvPr>
          <p:cNvSpPr/>
          <p:nvPr userDrawn="1"/>
        </p:nvSpPr>
        <p:spPr>
          <a:xfrm>
            <a:off x="4622658" y="3357980"/>
            <a:ext cx="1307811" cy="1307812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F80BBFDF-B7E9-578C-8E03-B6652D29AA44}"/>
              </a:ext>
            </a:extLst>
          </p:cNvPr>
          <p:cNvSpPr/>
          <p:nvPr userDrawn="1"/>
        </p:nvSpPr>
        <p:spPr>
          <a:xfrm flipV="1">
            <a:off x="5930469" y="3357980"/>
            <a:ext cx="1307811" cy="1307812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FBFE58C-F4A7-3CCB-8F58-A05F53095710}"/>
              </a:ext>
            </a:extLst>
          </p:cNvPr>
          <p:cNvSpPr/>
          <p:nvPr userDrawn="1"/>
        </p:nvSpPr>
        <p:spPr>
          <a:xfrm>
            <a:off x="7238280" y="3357980"/>
            <a:ext cx="1307811" cy="1307812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D657770-3995-7E9C-6892-58EEE01E3965}"/>
              </a:ext>
            </a:extLst>
          </p:cNvPr>
          <p:cNvSpPr/>
          <p:nvPr userDrawn="1"/>
        </p:nvSpPr>
        <p:spPr>
          <a:xfrm flipV="1">
            <a:off x="8546091" y="3357980"/>
            <a:ext cx="1307811" cy="1307812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7016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DB1BE-3A9D-7CBF-E94D-658AA964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07" y="584200"/>
            <a:ext cx="9887490" cy="1047291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63628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506F-2392-3DB3-2692-B1621653B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B592-4352-71AD-8AF9-A717FA103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35173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Size S1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3219540-785A-F96E-274F-88405574D05E}"/>
              </a:ext>
            </a:extLst>
          </p:cNvPr>
          <p:cNvSpPr/>
          <p:nvPr userDrawn="1"/>
        </p:nvSpPr>
        <p:spPr>
          <a:xfrm>
            <a:off x="1121251" y="1826578"/>
            <a:ext cx="2520000" cy="25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BAABBD0-B747-81A3-9D5B-D6B5DF2B1E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68878" y="4853875"/>
            <a:ext cx="2424746" cy="142036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45F8EBB-F0C4-CE12-6B14-DC911AC146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68878" y="4449956"/>
            <a:ext cx="2424746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631BE0E-6ED5-88CF-E354-AA4F8941A7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21251" y="2832300"/>
            <a:ext cx="2520000" cy="508556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7A69B6-CF30-E6F4-2C76-7AF026AA9C81}"/>
              </a:ext>
            </a:extLst>
          </p:cNvPr>
          <p:cNvSpPr/>
          <p:nvPr userDrawn="1"/>
        </p:nvSpPr>
        <p:spPr>
          <a:xfrm>
            <a:off x="5051721" y="2006578"/>
            <a:ext cx="2160000" cy="21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FB72A31-2007-C795-2DC8-AFD4F32BF8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919348" y="4853875"/>
            <a:ext cx="2424746" cy="142036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201EB18-7EF5-CF4C-DF35-714C1AD5B9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19348" y="4449956"/>
            <a:ext cx="2424746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D7BE47D-82D0-689E-4646-E21C7149BF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51721" y="2832300"/>
            <a:ext cx="2160000" cy="508556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2B125D-EFDF-5984-216E-26902754B0AA}"/>
              </a:ext>
            </a:extLst>
          </p:cNvPr>
          <p:cNvSpPr/>
          <p:nvPr userDrawn="1"/>
        </p:nvSpPr>
        <p:spPr>
          <a:xfrm>
            <a:off x="8958376" y="2186578"/>
            <a:ext cx="1800000" cy="180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1B228FE7-D4FC-BDA1-40B8-C4813F802A9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646003" y="4853875"/>
            <a:ext cx="2424746" cy="142036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3A645AA-8593-5905-E12A-3C82434AE1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46003" y="4449956"/>
            <a:ext cx="2424746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946BE52-860C-90F1-E5C3-378A2A33873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58376" y="2832300"/>
            <a:ext cx="1800000" cy="508556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41865994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rket Size S1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3219540-785A-F96E-274F-88405574D05E}"/>
              </a:ext>
            </a:extLst>
          </p:cNvPr>
          <p:cNvSpPr/>
          <p:nvPr userDrawn="1"/>
        </p:nvSpPr>
        <p:spPr>
          <a:xfrm>
            <a:off x="599016" y="2221331"/>
            <a:ext cx="4056062" cy="40560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UZ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BAABBD0-B747-81A3-9D5B-D6B5DF2B1E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83627" y="2625250"/>
            <a:ext cx="5281136" cy="79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45F8EBB-F0C4-CE12-6B14-DC911AC146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83627" y="2221331"/>
            <a:ext cx="5281136" cy="369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631BE0E-6ED5-88CF-E354-AA4F8941A7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05822" y="2524573"/>
            <a:ext cx="1842450" cy="508556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7A69B6-CF30-E6F4-2C76-7AF026AA9C81}"/>
              </a:ext>
            </a:extLst>
          </p:cNvPr>
          <p:cNvSpPr/>
          <p:nvPr userDrawn="1"/>
        </p:nvSpPr>
        <p:spPr>
          <a:xfrm>
            <a:off x="1177666" y="3378631"/>
            <a:ext cx="2898762" cy="28987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FB72A31-2007-C795-2DC8-AFD4F32BF8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883627" y="4055729"/>
            <a:ext cx="5281136" cy="79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201EB18-7EF5-CF4C-DF35-714C1AD5B9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83627" y="3651810"/>
            <a:ext cx="5281136" cy="369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D7BE47D-82D0-689E-4646-E21C7149BF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05822" y="3549153"/>
            <a:ext cx="1842450" cy="508556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2B125D-EFDF-5984-216E-26902754B0AA}"/>
              </a:ext>
            </a:extLst>
          </p:cNvPr>
          <p:cNvSpPr/>
          <p:nvPr userDrawn="1"/>
        </p:nvSpPr>
        <p:spPr>
          <a:xfrm>
            <a:off x="1705822" y="4434943"/>
            <a:ext cx="1842450" cy="18424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1B228FE7-D4FC-BDA1-40B8-C4813F802A9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883627" y="5486209"/>
            <a:ext cx="5281136" cy="7920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3A645AA-8593-5905-E12A-3C82434AE1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83627" y="5082290"/>
            <a:ext cx="5281136" cy="369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946BE52-860C-90F1-E5C3-378A2A33873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05822" y="4573734"/>
            <a:ext cx="1842450" cy="508556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514298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2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image" Target="../media/image1.jpeg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174EB729-1CEE-4A3C-92EF-6ACC01E78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2F07EF35-79CD-4E7E-A296-C1E0E4315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414A-A204-42C1-86D2-B7EBD7199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BF1E7-26A4-4FC1-A513-E45E2CF16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6C8A3-1BA4-48BE-8F13-9DF73BDF7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C38C5E6-0113-44FB-9DB5-C07A713161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66402-58C4-7A99-9CF9-9F9615E11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32092" y="584200"/>
            <a:ext cx="959908" cy="5651500"/>
          </a:xfrm>
          <a:prstGeom prst="rect">
            <a:avLst/>
          </a:prstGeom>
        </p:spPr>
        <p:txBody>
          <a:bodyPr vert="vert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r>
              <a:rPr lang="en-US" dirty="0"/>
              <a:t>PRESENTATION TITLE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151A-46CB-1090-446C-0EDAEF296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338" y="6409951"/>
            <a:ext cx="982662" cy="2737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accent1"/>
                </a:solidFill>
                <a:latin typeface="Montserrat SemiBold" pitchFamily="2" charset="0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9F8BE7-C823-87FE-B60E-23984E5B08AD}"/>
              </a:ext>
            </a:extLst>
          </p:cNvPr>
          <p:cNvCxnSpPr>
            <a:cxnSpLocks/>
          </p:cNvCxnSpPr>
          <p:nvPr userDrawn="1"/>
        </p:nvCxnSpPr>
        <p:spPr>
          <a:xfrm>
            <a:off x="11232092" y="584200"/>
            <a:ext cx="0" cy="5651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E8FF3198-2DCB-4FEF-C479-8E76289E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84200"/>
            <a:ext cx="10398125" cy="11070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489BE9-192C-49E8-B1F1-91EF667E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825625"/>
            <a:ext cx="10398125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grpSp>
        <p:nvGrpSpPr>
          <p:cNvPr id="16" name="Group 15" hidden="1">
            <a:extLst>
              <a:ext uri="{FF2B5EF4-FFF2-40B4-BE49-F238E27FC236}">
                <a16:creationId xmlns:a16="http://schemas.microsoft.com/office/drawing/2014/main" id="{9CBE7AA2-3D9C-E4A5-8EC5-AE78D1FAF1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C1AF556-CC80-A678-A2D5-5C8C86BAAE45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152FD21-286B-1EF4-488B-A51A1DBD5450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BF54D69-F9E7-0DE6-C3A7-60EE2CD7A944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753A8C-3034-646A-9496-4E86765F30FA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5A778D6-81DE-8B52-4635-AF9B44897873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FD8563E-664B-9D68-5E75-8203C4796A0B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2D21107-5BDC-FC32-29DD-C1E608644F37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82A4C640-D8FF-346F-1885-79B3B285F1FF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2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01" y="6377199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4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8" r:id="rId2"/>
    <p:sldLayoutId id="2147483699" r:id="rId3"/>
    <p:sldLayoutId id="2147483675" r:id="rId4"/>
    <p:sldLayoutId id="2147483700" r:id="rId5"/>
    <p:sldLayoutId id="2147483701" r:id="rId6"/>
    <p:sldLayoutId id="2147483676" r:id="rId7"/>
    <p:sldLayoutId id="2147483693" r:id="rId8"/>
    <p:sldLayoutId id="2147483686" r:id="rId9"/>
    <p:sldLayoutId id="2147483702" r:id="rId10"/>
    <p:sldLayoutId id="2147483703" r:id="rId11"/>
    <p:sldLayoutId id="2147483692" r:id="rId12"/>
    <p:sldLayoutId id="2147483691" r:id="rId13"/>
    <p:sldLayoutId id="2147483690" r:id="rId14"/>
    <p:sldLayoutId id="2147483704" r:id="rId15"/>
    <p:sldLayoutId id="2147483705" r:id="rId16"/>
    <p:sldLayoutId id="2147483707" r:id="rId17"/>
    <p:sldLayoutId id="2147483708" r:id="rId18"/>
    <p:sldLayoutId id="2147483709" r:id="rId19"/>
    <p:sldLayoutId id="2147483710" r:id="rId20"/>
    <p:sldLayoutId id="2147483706" r:id="rId21"/>
    <p:sldLayoutId id="2147483711" r:id="rId22"/>
    <p:sldLayoutId id="2147483712" r:id="rId23"/>
    <p:sldLayoutId id="2147483713" r:id="rId24"/>
    <p:sldLayoutId id="2147483662" r:id="rId25"/>
    <p:sldLayoutId id="2147483663" r:id="rId26"/>
    <p:sldLayoutId id="2147483664" r:id="rId27"/>
    <p:sldLayoutId id="2147483665" r:id="rId28"/>
    <p:sldLayoutId id="2147483668" r:id="rId29"/>
    <p:sldLayoutId id="2147483669" r:id="rId30"/>
    <p:sldLayoutId id="2147483666" r:id="rId31"/>
    <p:sldLayoutId id="2147483667" r:id="rId32"/>
    <p:sldLayoutId id="2147483670" r:id="rId33"/>
    <p:sldLayoutId id="2147483687" r:id="rId34"/>
    <p:sldLayoutId id="2147483716" r:id="rId35"/>
    <p:sldLayoutId id="2147483671" r:id="rId36"/>
    <p:sldLayoutId id="2147483679" r:id="rId37"/>
    <p:sldLayoutId id="2147483673" r:id="rId38"/>
    <p:sldLayoutId id="2147483674" r:id="rId39"/>
    <p:sldLayoutId id="2147483688" r:id="rId40"/>
    <p:sldLayoutId id="2147483689" r:id="rId41"/>
    <p:sldLayoutId id="2147483682" r:id="rId42"/>
    <p:sldLayoutId id="2147483683" r:id="rId43"/>
    <p:sldLayoutId id="2147483684" r:id="rId44"/>
    <p:sldLayoutId id="2147483685" r:id="rId45"/>
    <p:sldLayoutId id="2147483694" r:id="rId46"/>
    <p:sldLayoutId id="2147483695" r:id="rId47"/>
    <p:sldLayoutId id="2147483696" r:id="rId48"/>
    <p:sldLayoutId id="2147483697" r:id="rId49"/>
    <p:sldLayoutId id="2147483677" r:id="rId50"/>
    <p:sldLayoutId id="2147483678" r:id="rId51"/>
    <p:sldLayoutId id="2147483714" r:id="rId52"/>
    <p:sldLayoutId id="2147483715" r:id="rId53"/>
    <p:sldLayoutId id="2147483717" r:id="rId54"/>
  </p:sldLayoutIdLst>
  <p:hf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061" userDrawn="1">
          <p15:clr>
            <a:srgbClr val="F26B43"/>
          </p15:clr>
        </p15:guide>
        <p15:guide id="3" orient="horz" pos="368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77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pos="5110" userDrawn="1">
          <p15:clr>
            <a:srgbClr val="F26B43"/>
          </p15:clr>
        </p15:guide>
        <p15:guide id="11" pos="6403" userDrawn="1">
          <p15:clr>
            <a:srgbClr val="F26B43"/>
          </p15:clr>
        </p15:guide>
        <p15:guide id="12" pos="6970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br.com/methodology/independent-and-dependent-variables/#dependent" TargetMode="External"/><Relationship Id="rId2" Type="http://schemas.openxmlformats.org/officeDocument/2006/relationships/hyperlink" Target="https://www.scribbr.com/statistics/statistical-tes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ribbr.com/methodology/independent-and-dependent-variables/#independent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0F7EE45-39E7-48BB-9035-18E787CE06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2667000"/>
            <a:ext cx="9144000" cy="23876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cs typeface="Times New Roman" panose="02020603050405020304" pitchFamily="18" charset="0"/>
              </a:rPr>
              <a:t>DATA SCIENCE  </a:t>
            </a:r>
            <a:br>
              <a:rPr lang="en-US" sz="4800" b="1" dirty="0">
                <a:cs typeface="Times New Roman" panose="02020603050405020304" pitchFamily="18" charset="0"/>
              </a:rPr>
            </a:br>
            <a:r>
              <a:rPr lang="en-US" sz="4800" b="1" dirty="0">
                <a:cs typeface="Times New Roman" panose="02020603050405020304" pitchFamily="18" charset="0"/>
              </a:rPr>
              <a:t>UNIT II</a:t>
            </a:r>
            <a:br>
              <a:rPr lang="en-US" sz="4800" b="1" dirty="0">
                <a:cs typeface="Times New Roman" panose="02020603050405020304" pitchFamily="18" charset="0"/>
              </a:rPr>
            </a:br>
            <a:br>
              <a:rPr lang="en-US" sz="4800" b="1" dirty="0">
                <a:cs typeface="Times New Roman" panose="02020603050405020304" pitchFamily="18" charset="0"/>
              </a:rPr>
            </a:br>
            <a:br>
              <a:rPr lang="en-US" sz="4800" b="1" dirty="0">
                <a:cs typeface="Times New Roman" panose="02020603050405020304" pitchFamily="18" charset="0"/>
              </a:rPr>
            </a:br>
            <a:r>
              <a:rPr lang="en-US" sz="4800" b="1" dirty="0"/>
              <a:t>ANOVA</a:t>
            </a:r>
            <a:br>
              <a:rPr lang="en-US" sz="4800" b="1" dirty="0"/>
            </a:br>
            <a:r>
              <a:rPr lang="en-US" sz="2800" b="1" dirty="0"/>
              <a:t>From: Business Analytics, Web resources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40A230-B06F-4309-8F18-8E8D4D49F263}"/>
              </a:ext>
            </a:extLst>
          </p:cNvPr>
          <p:cNvSpPr/>
          <p:nvPr/>
        </p:nvSpPr>
        <p:spPr>
          <a:xfrm>
            <a:off x="168812" y="240323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B4E928-D995-446F-A751-C80DC541E3D6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168812" y="3511062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/>
          <p:nvPr/>
        </p:nvSpPr>
        <p:spPr>
          <a:xfrm>
            <a:off x="3352800" y="1914483"/>
            <a:ext cx="678180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indent="-571500">
              <a:spcBef>
                <a:spcPts val="100"/>
              </a:spcBef>
              <a:buSzPct val="97222"/>
              <a:buFont typeface="Arial" panose="020B0604020202020204" pitchFamily="34" charset="0"/>
              <a:buChar char="•"/>
              <a:tabLst>
                <a:tab pos="377190" algn="l"/>
              </a:tabLst>
            </a:pP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Introduction</a:t>
            </a:r>
            <a:endParaRPr sz="2800" dirty="0">
              <a:latin typeface="Calibri"/>
              <a:cs typeface="Calibri"/>
            </a:endParaRPr>
          </a:p>
          <a:p>
            <a:pPr marL="583565" indent="-571500">
              <a:buSzPct val="97222"/>
              <a:buFont typeface="Arial" panose="020B0604020202020204" pitchFamily="34" charset="0"/>
              <a:buChar char="•"/>
              <a:tabLst>
                <a:tab pos="377190" algn="l"/>
              </a:tabLst>
            </a:pPr>
            <a:r>
              <a:rPr sz="2800" b="1" spc="-25" dirty="0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5" dirty="0">
                <a:solidFill>
                  <a:srgbClr val="001F5F"/>
                </a:solidFill>
                <a:latin typeface="Calibri"/>
                <a:cs typeface="Calibri"/>
              </a:rPr>
              <a:t>ANOVA</a:t>
            </a:r>
            <a:endParaRPr sz="2800" dirty="0">
              <a:latin typeface="Calibri"/>
              <a:cs typeface="Calibri"/>
            </a:endParaRPr>
          </a:p>
          <a:p>
            <a:pPr marL="583565" indent="-571500">
              <a:buSzPct val="97222"/>
              <a:buFont typeface="Arial" panose="020B0604020202020204" pitchFamily="34" charset="0"/>
              <a:buChar char="•"/>
              <a:tabLst>
                <a:tab pos="377190" algn="l"/>
              </a:tabLst>
            </a:pPr>
            <a:r>
              <a:rPr sz="2800" b="1" spc="-55" dirty="0">
                <a:solidFill>
                  <a:srgbClr val="001F5F"/>
                </a:solidFill>
                <a:latin typeface="Calibri"/>
                <a:cs typeface="Calibri"/>
              </a:rPr>
              <a:t>ANOVA</a:t>
            </a:r>
            <a:r>
              <a:rPr lang="en-GB" sz="2800" b="1" spc="-55" dirty="0">
                <a:solidFill>
                  <a:srgbClr val="001F5F"/>
                </a:solidFill>
                <a:latin typeface="Calibri"/>
                <a:cs typeface="Calibri"/>
              </a:rPr>
              <a:t> Procedure</a:t>
            </a:r>
            <a:endParaRPr sz="2800" dirty="0">
              <a:latin typeface="Calibri"/>
              <a:cs typeface="Calibri"/>
            </a:endParaRPr>
          </a:p>
          <a:p>
            <a:pPr marL="583565" indent="-571500">
              <a:spcBef>
                <a:spcPts val="5"/>
              </a:spcBef>
              <a:buSzPct val="97222"/>
              <a:buFont typeface="Arial" panose="020B0604020202020204" pitchFamily="34" charset="0"/>
              <a:buChar char="•"/>
              <a:tabLst>
                <a:tab pos="377190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8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001F5F"/>
                </a:solidFill>
                <a:latin typeface="Calibri"/>
                <a:cs typeface="Calibri"/>
              </a:rPr>
              <a:t>way</a:t>
            </a:r>
            <a:r>
              <a:rPr sz="28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5" dirty="0">
                <a:solidFill>
                  <a:srgbClr val="001F5F"/>
                </a:solidFill>
                <a:latin typeface="Calibri"/>
                <a:cs typeface="Calibri"/>
              </a:rPr>
              <a:t>ANOVA</a:t>
            </a:r>
            <a:endParaRPr sz="2800" dirty="0">
              <a:latin typeface="Calibri"/>
              <a:cs typeface="Calibri"/>
            </a:endParaRPr>
          </a:p>
          <a:p>
            <a:pPr marL="583565" indent="-571500">
              <a:buSzPct val="97222"/>
              <a:buFont typeface="Arial" panose="020B0604020202020204" pitchFamily="34" charset="0"/>
              <a:buChar char="•"/>
              <a:tabLst>
                <a:tab pos="377190" algn="l"/>
              </a:tabLst>
            </a:pPr>
            <a:r>
              <a:rPr sz="2800" b="1" spc="-45" dirty="0">
                <a:solidFill>
                  <a:srgbClr val="001F5F"/>
                </a:solidFill>
                <a:latin typeface="Calibri"/>
                <a:cs typeface="Calibri"/>
              </a:rPr>
              <a:t>Two</a:t>
            </a:r>
            <a:r>
              <a:rPr sz="2800" b="1" spc="-35" dirty="0">
                <a:solidFill>
                  <a:srgbClr val="001F5F"/>
                </a:solidFill>
                <a:latin typeface="Calibri"/>
                <a:cs typeface="Calibri"/>
              </a:rPr>
              <a:t> way</a:t>
            </a:r>
            <a:r>
              <a:rPr sz="28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5" dirty="0">
                <a:solidFill>
                  <a:srgbClr val="001F5F"/>
                </a:solidFill>
                <a:latin typeface="Calibri"/>
                <a:cs typeface="Calibri"/>
              </a:rPr>
              <a:t>ANOVA</a:t>
            </a:r>
            <a:endParaRPr sz="2800" dirty="0">
              <a:latin typeface="Calibri"/>
              <a:cs typeface="Calibri"/>
            </a:endParaRPr>
          </a:p>
          <a:p>
            <a:pPr marL="583565" indent="-571500">
              <a:buSzPct val="97222"/>
              <a:buFont typeface="Arial" panose="020B0604020202020204" pitchFamily="34" charset="0"/>
              <a:buChar char="•"/>
              <a:tabLst>
                <a:tab pos="377190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Application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B6EB64-D0BB-4758-AFA2-27837CCDF749}"/>
              </a:ext>
            </a:extLst>
          </p:cNvPr>
          <p:cNvSpPr/>
          <p:nvPr/>
        </p:nvSpPr>
        <p:spPr>
          <a:xfrm>
            <a:off x="168812" y="240323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3B8C2A-F567-4E89-8037-E05DC265BB7F}"/>
              </a:ext>
            </a:extLst>
          </p:cNvPr>
          <p:cNvCxnSpPr/>
          <p:nvPr/>
        </p:nvCxnSpPr>
        <p:spPr>
          <a:xfrm>
            <a:off x="166467" y="1079491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2">
            <a:extLst>
              <a:ext uri="{FF2B5EF4-FFF2-40B4-BE49-F238E27FC236}">
                <a16:creationId xmlns:a16="http://schemas.microsoft.com/office/drawing/2014/main" id="{3608DB94-DB93-441A-957B-4CA9D5B0C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404196"/>
            <a:ext cx="7589520" cy="5114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600" spc="-40" dirty="0"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Contents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76348"/>
            <a:ext cx="7589520" cy="5668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600" spc="-40" dirty="0"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Introduction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33400" y="1295400"/>
            <a:ext cx="11049000" cy="55803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380" indent="-361315" algn="just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74015" algn="l"/>
              </a:tabLst>
            </a:pPr>
            <a:r>
              <a:rPr lang="en-GB" sz="2400" b="1" spc="-5" dirty="0" err="1">
                <a:cs typeface="Arial" panose="020B0604020202020204" pitchFamily="34" charset="0"/>
              </a:rPr>
              <a:t>ANalysis</a:t>
            </a:r>
            <a:r>
              <a:rPr lang="en-GB" sz="2400" b="1" spc="45" dirty="0">
                <a:cs typeface="Arial" panose="020B0604020202020204" pitchFamily="34" charset="0"/>
              </a:rPr>
              <a:t> </a:t>
            </a:r>
            <a:r>
              <a:rPr lang="en-GB" sz="2400" b="1" spc="-5" dirty="0">
                <a:cs typeface="Arial" panose="020B0604020202020204" pitchFamily="34" charset="0"/>
              </a:rPr>
              <a:t>Of</a:t>
            </a:r>
            <a:r>
              <a:rPr lang="en-GB" sz="2400" b="1" spc="10" dirty="0">
                <a:cs typeface="Arial" panose="020B0604020202020204" pitchFamily="34" charset="0"/>
              </a:rPr>
              <a:t> </a:t>
            </a:r>
            <a:r>
              <a:rPr lang="en-GB" sz="2400" b="1" spc="-5" dirty="0" err="1">
                <a:cs typeface="Arial" panose="020B0604020202020204" pitchFamily="34" charset="0"/>
              </a:rPr>
              <a:t>VAriance</a:t>
            </a:r>
            <a:r>
              <a:rPr lang="en-GB" sz="2400" b="1" spc="25" dirty="0">
                <a:cs typeface="Arial" panose="020B0604020202020204" pitchFamily="34" charset="0"/>
              </a:rPr>
              <a:t> </a:t>
            </a:r>
            <a:r>
              <a:rPr lang="en-GB" sz="2400" b="1" spc="-5" dirty="0">
                <a:cs typeface="Arial" panose="020B0604020202020204" pitchFamily="34" charset="0"/>
              </a:rPr>
              <a:t>(abbreviated</a:t>
            </a:r>
            <a:r>
              <a:rPr lang="en-GB" sz="2400" b="1" spc="45" dirty="0">
                <a:cs typeface="Arial" panose="020B0604020202020204" pitchFamily="34" charset="0"/>
              </a:rPr>
              <a:t> </a:t>
            </a:r>
            <a:r>
              <a:rPr lang="en-GB" sz="2400" b="1" spc="-5" dirty="0">
                <a:cs typeface="Arial" panose="020B0604020202020204" pitchFamily="34" charset="0"/>
              </a:rPr>
              <a:t>as</a:t>
            </a:r>
            <a:r>
              <a:rPr lang="en-GB" sz="2400" b="1" spc="-80" dirty="0">
                <a:cs typeface="Arial" panose="020B0604020202020204" pitchFamily="34" charset="0"/>
              </a:rPr>
              <a:t> </a:t>
            </a:r>
            <a:r>
              <a:rPr lang="en-GB" sz="2400" b="1" spc="-35" dirty="0">
                <a:cs typeface="Arial" panose="020B0604020202020204" pitchFamily="34" charset="0"/>
              </a:rPr>
              <a:t>ANOVA)</a:t>
            </a:r>
            <a:endParaRPr lang="en-GB" sz="2400" dirty="0">
              <a:cs typeface="Arial" panose="020B0604020202020204" pitchFamily="34" charset="0"/>
            </a:endParaRPr>
          </a:p>
          <a:p>
            <a:pPr marL="12065" algn="just">
              <a:spcBef>
                <a:spcPts val="95"/>
              </a:spcBef>
              <a:tabLst>
                <a:tab pos="374015" algn="l"/>
              </a:tabLst>
            </a:pPr>
            <a:endParaRPr lang="en-GB" sz="2400" b="1" i="0" dirty="0"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73380" indent="-361315" algn="just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74015" algn="l"/>
              </a:tabLst>
            </a:pPr>
            <a:r>
              <a:rPr lang="en-GB" sz="2400" b="1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ANOVA</a:t>
            </a:r>
            <a:r>
              <a:rPr lang="en-GB" sz="2400" b="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is a </a:t>
            </a:r>
            <a:r>
              <a:rPr lang="en-GB" sz="2400" b="0" i="0" strike="noStrike" dirty="0">
                <a:effectLst/>
                <a:latin typeface="Aharoni" panose="02010803020104030203" pitchFamily="2" charset="-79"/>
                <a:cs typeface="Aharoni" panose="02010803020104030203" pitchFamily="2" charset="-79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statistical test</a:t>
            </a:r>
            <a:r>
              <a:rPr lang="en-GB" sz="2400" b="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for estimating how a quantitative </a:t>
            </a:r>
            <a:r>
              <a:rPr lang="en-GB" sz="2400" b="0" i="0" strike="noStrike" dirty="0">
                <a:effectLst/>
                <a:latin typeface="Aharoni" panose="02010803020104030203" pitchFamily="2" charset="-79"/>
                <a:cs typeface="Aharoni" panose="02010803020104030203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dependent variable</a:t>
            </a:r>
            <a:r>
              <a:rPr lang="en-GB" sz="2400" b="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 changes according to the levels of one or more categorical </a:t>
            </a:r>
            <a:r>
              <a:rPr lang="en-GB" sz="2400" b="0" i="0" strike="noStrike" dirty="0">
                <a:effectLst/>
                <a:latin typeface="Aharoni" panose="02010803020104030203" pitchFamily="2" charset="-79"/>
                <a:cs typeface="Aharoni" panose="02010803020104030203" pitchFamily="2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independent variables</a:t>
            </a:r>
            <a:r>
              <a:rPr lang="en-GB" sz="2400" b="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</a:p>
          <a:p>
            <a:pPr marL="373380" indent="-361315" algn="just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74015" algn="l"/>
              </a:tabLst>
            </a:pPr>
            <a:r>
              <a:rPr lang="en-GB" sz="2400" i="0" dirty="0">
                <a:effectLst/>
                <a:latin typeface="+mn-lt"/>
                <a:cs typeface="Aharoni" panose="02010803020104030203" pitchFamily="2" charset="-79"/>
              </a:rPr>
              <a:t>ANOVA tests whether there is a difference in means of the groups at each level of the independent variable</a:t>
            </a:r>
            <a:r>
              <a:rPr lang="en-GB" sz="2400" i="0" dirty="0"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  <a:endParaRPr lang="en-GB" sz="2400" spc="-5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373380" marR="1104265" indent="-361315" algn="just">
              <a:buFont typeface="Arial" panose="020B0604020202020204" pitchFamily="34" charset="0"/>
              <a:buChar char="•"/>
              <a:tabLst>
                <a:tab pos="374015" algn="l"/>
              </a:tabLst>
            </a:pPr>
            <a:r>
              <a:rPr sz="2400" spc="-5" dirty="0">
                <a:latin typeface="+mn-lt"/>
                <a:cs typeface="Arial" panose="020B0604020202020204" pitchFamily="34" charset="0"/>
              </a:rPr>
              <a:t>This</a:t>
            </a:r>
            <a:r>
              <a:rPr sz="2400" spc="1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technique</a:t>
            </a:r>
            <a:r>
              <a:rPr sz="2400" spc="5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is</a:t>
            </a:r>
            <a:r>
              <a:rPr sz="2400" spc="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used</a:t>
            </a:r>
            <a:r>
              <a:rPr sz="2400" spc="20" dirty="0">
                <a:latin typeface="+mn-lt"/>
                <a:cs typeface="Arial" panose="020B0604020202020204" pitchFamily="34" charset="0"/>
              </a:rPr>
              <a:t> </a:t>
            </a:r>
            <a:r>
              <a:rPr sz="2400" dirty="0">
                <a:latin typeface="+mn-lt"/>
                <a:cs typeface="Arial" panose="020B0604020202020204" pitchFamily="34" charset="0"/>
              </a:rPr>
              <a:t>when</a:t>
            </a:r>
            <a:r>
              <a:rPr sz="2400" spc="1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multiple</a:t>
            </a:r>
            <a:r>
              <a:rPr sz="2400" spc="2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sample</a:t>
            </a:r>
            <a:r>
              <a:rPr sz="2400" spc="2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cases</a:t>
            </a:r>
            <a:r>
              <a:rPr sz="2400" spc="1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are </a:t>
            </a:r>
            <a:r>
              <a:rPr sz="2400" spc="-59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involved.</a:t>
            </a:r>
            <a:endParaRPr sz="2400" dirty="0">
              <a:latin typeface="+mn-lt"/>
              <a:cs typeface="Arial" panose="020B0604020202020204" pitchFamily="34" charset="0"/>
            </a:endParaRPr>
          </a:p>
          <a:p>
            <a:pPr marL="373380" marR="311150" indent="-361315" algn="just">
              <a:buFont typeface="Arial" panose="020B0604020202020204" pitchFamily="34" charset="0"/>
              <a:buChar char="•"/>
              <a:tabLst>
                <a:tab pos="374015" algn="l"/>
              </a:tabLst>
            </a:pPr>
            <a:r>
              <a:rPr sz="2400" spc="-5" dirty="0">
                <a:latin typeface="+mn-lt"/>
                <a:cs typeface="Arial" panose="020B0604020202020204" pitchFamily="34" charset="0"/>
              </a:rPr>
              <a:t>The</a:t>
            </a:r>
            <a:r>
              <a:rPr sz="2400" spc="-7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40" dirty="0">
                <a:latin typeface="+mn-lt"/>
                <a:cs typeface="Arial" panose="020B0604020202020204" pitchFamily="34" charset="0"/>
              </a:rPr>
              <a:t>ANOVA</a:t>
            </a:r>
            <a:r>
              <a:rPr sz="2400" spc="-6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technique</a:t>
            </a:r>
            <a:r>
              <a:rPr sz="2400" spc="5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enables</a:t>
            </a:r>
            <a:r>
              <a:rPr sz="2400" spc="3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us</a:t>
            </a:r>
            <a:r>
              <a:rPr sz="2400" spc="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to</a:t>
            </a:r>
            <a:r>
              <a:rPr sz="2400" spc="2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perform</a:t>
            </a:r>
            <a:r>
              <a:rPr sz="2400" spc="20" dirty="0">
                <a:latin typeface="+mn-lt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+mn-lt"/>
                <a:cs typeface="Arial" panose="020B0604020202020204" pitchFamily="34" charset="0"/>
              </a:rPr>
              <a:t>to</a:t>
            </a:r>
            <a:r>
              <a:rPr sz="2400" i="1" spc="20" dirty="0">
                <a:latin typeface="+mn-lt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+mn-lt"/>
                <a:cs typeface="Arial" panose="020B0604020202020204" pitchFamily="34" charset="0"/>
              </a:rPr>
              <a:t>examine</a:t>
            </a:r>
            <a:r>
              <a:rPr sz="2400" i="1" spc="15" dirty="0">
                <a:latin typeface="+mn-lt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+mn-lt"/>
                <a:cs typeface="Arial" panose="020B0604020202020204" pitchFamily="34" charset="0"/>
              </a:rPr>
              <a:t>the </a:t>
            </a:r>
            <a:r>
              <a:rPr sz="2400" i="1" dirty="0">
                <a:latin typeface="+mn-lt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+mn-lt"/>
                <a:cs typeface="Arial" panose="020B0604020202020204" pitchFamily="34" charset="0"/>
              </a:rPr>
              <a:t>significance</a:t>
            </a:r>
            <a:r>
              <a:rPr sz="2400" i="1" spc="5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of</a:t>
            </a:r>
            <a:r>
              <a:rPr sz="2400" spc="2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the</a:t>
            </a:r>
            <a:r>
              <a:rPr sz="2400" spc="2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difference</a:t>
            </a:r>
            <a:r>
              <a:rPr sz="2400" spc="3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amongst</a:t>
            </a:r>
            <a:r>
              <a:rPr sz="2400" spc="1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more</a:t>
            </a:r>
            <a:r>
              <a:rPr sz="2400" spc="1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than</a:t>
            </a:r>
            <a:r>
              <a:rPr sz="2400" spc="40" dirty="0">
                <a:latin typeface="+mn-lt"/>
                <a:cs typeface="Arial" panose="020B0604020202020204" pitchFamily="34" charset="0"/>
              </a:rPr>
              <a:t> </a:t>
            </a:r>
            <a:r>
              <a:rPr sz="2400" dirty="0">
                <a:latin typeface="+mn-lt"/>
                <a:cs typeface="Arial" panose="020B0604020202020204" pitchFamily="34" charset="0"/>
              </a:rPr>
              <a:t>two</a:t>
            </a:r>
            <a:r>
              <a:rPr sz="2400" spc="1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sample </a:t>
            </a:r>
            <a:r>
              <a:rPr sz="2400" spc="-60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means at</a:t>
            </a:r>
            <a:r>
              <a:rPr sz="2400" spc="10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the</a:t>
            </a:r>
            <a:r>
              <a:rPr sz="2400" spc="1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same</a:t>
            </a:r>
            <a:r>
              <a:rPr sz="2400" spc="5" dirty="0">
                <a:latin typeface="+mn-lt"/>
                <a:cs typeface="Arial" panose="020B0604020202020204" pitchFamily="34" charset="0"/>
              </a:rPr>
              <a:t> </a:t>
            </a:r>
            <a:r>
              <a:rPr sz="2400" spc="-5" dirty="0">
                <a:latin typeface="+mn-lt"/>
                <a:cs typeface="Arial" panose="020B0604020202020204" pitchFamily="34" charset="0"/>
              </a:rPr>
              <a:t>time.</a:t>
            </a:r>
            <a:endParaRPr lang="en-GB" sz="2400" spc="-5" dirty="0">
              <a:latin typeface="+mn-lt"/>
              <a:cs typeface="Arial" panose="020B0604020202020204" pitchFamily="34" charset="0"/>
            </a:endParaRPr>
          </a:p>
          <a:p>
            <a:pPr marL="12065" marR="311150" algn="just">
              <a:tabLst>
                <a:tab pos="374015" algn="l"/>
              </a:tabLst>
            </a:pPr>
            <a:endParaRPr lang="en-GB" sz="2400" b="1" spc="-5" dirty="0">
              <a:latin typeface="+mn-lt"/>
              <a:cs typeface="Arial" panose="020B0604020202020204" pitchFamily="34" charset="0"/>
            </a:endParaRPr>
          </a:p>
          <a:p>
            <a:pPr marL="373380" marR="311150" indent="-361315" algn="just">
              <a:buFont typeface="Arial" panose="020B0604020202020204" pitchFamily="34" charset="0"/>
              <a:buChar char="•"/>
              <a:tabLst>
                <a:tab pos="374015" algn="l"/>
              </a:tabLst>
            </a:pPr>
            <a:r>
              <a:rPr lang="en-IN" sz="2400" b="1" spc="-5" dirty="0">
                <a:latin typeface="+mn-lt"/>
                <a:cs typeface="Arial" panose="020B0604020202020204" pitchFamily="34" charset="0"/>
              </a:rPr>
              <a:t>Applications : </a:t>
            </a:r>
            <a:r>
              <a:rPr lang="en-IN" sz="2400" spc="-5" dirty="0">
                <a:latin typeface="+mn-lt"/>
                <a:cs typeface="Arial" panose="020B0604020202020204" pitchFamily="34" charset="0"/>
              </a:rPr>
              <a:t>F</a:t>
            </a:r>
            <a:r>
              <a:rPr lang="en-GB" sz="2400" spc="-5" dirty="0" err="1">
                <a:latin typeface="+mn-lt"/>
                <a:cs typeface="Arial" panose="020B0604020202020204" pitchFamily="34" charset="0"/>
              </a:rPr>
              <a:t>ields</a:t>
            </a:r>
            <a:r>
              <a:rPr lang="en-GB" sz="2400" spc="20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of</a:t>
            </a:r>
            <a:r>
              <a:rPr lang="en-GB" sz="2400" spc="15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economics,</a:t>
            </a:r>
            <a:r>
              <a:rPr lang="en-GB" sz="2400" spc="30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25" dirty="0">
                <a:latin typeface="+mn-lt"/>
                <a:cs typeface="Arial" panose="020B0604020202020204" pitchFamily="34" charset="0"/>
              </a:rPr>
              <a:t>biology,</a:t>
            </a:r>
            <a:r>
              <a:rPr lang="en-GB" sz="2400" spc="65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education,</a:t>
            </a:r>
            <a:r>
              <a:rPr lang="en-GB" sz="2400" spc="35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20" dirty="0">
                <a:latin typeface="+mn-lt"/>
                <a:cs typeface="Arial" panose="020B0604020202020204" pitchFamily="34" charset="0"/>
              </a:rPr>
              <a:t>psychology, </a:t>
            </a:r>
            <a:r>
              <a:rPr lang="en-GB" sz="2400" spc="-15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25" dirty="0">
                <a:latin typeface="+mn-lt"/>
                <a:cs typeface="Arial" panose="020B0604020202020204" pitchFamily="34" charset="0"/>
              </a:rPr>
              <a:t>sociology,</a:t>
            </a:r>
            <a:r>
              <a:rPr lang="en-GB" sz="2400" spc="80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business/industry</a:t>
            </a:r>
            <a:r>
              <a:rPr lang="en-GB" sz="2400" spc="50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and</a:t>
            </a:r>
            <a:r>
              <a:rPr lang="en-GB" sz="2400" spc="25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in</a:t>
            </a:r>
            <a:r>
              <a:rPr lang="en-GB" sz="2400" spc="20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researches</a:t>
            </a:r>
            <a:r>
              <a:rPr lang="en-GB" sz="2400" spc="35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of</a:t>
            </a:r>
            <a:r>
              <a:rPr lang="en-GB" sz="2400" spc="30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several</a:t>
            </a:r>
            <a:r>
              <a:rPr lang="en-GB" sz="2400" spc="30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other </a:t>
            </a:r>
            <a:r>
              <a:rPr lang="en-GB" sz="2400" spc="-595" dirty="0">
                <a:latin typeface="+mn-lt"/>
                <a:cs typeface="Arial" panose="020B0604020202020204" pitchFamily="34" charset="0"/>
              </a:rPr>
              <a:t> </a:t>
            </a:r>
            <a:r>
              <a:rPr lang="en-GB" sz="2400" spc="-5" dirty="0">
                <a:latin typeface="+mn-lt"/>
                <a:cs typeface="Arial" panose="020B0604020202020204" pitchFamily="34" charset="0"/>
              </a:rPr>
              <a:t>disciplines.</a:t>
            </a:r>
            <a:endParaRPr lang="en-GB" sz="2400" dirty="0">
              <a:latin typeface="+mn-lt"/>
              <a:cs typeface="Arial" panose="020B0604020202020204" pitchFamily="34" charset="0"/>
            </a:endParaRPr>
          </a:p>
          <a:p>
            <a:pPr marL="373380" marR="311150" indent="-361315" algn="just">
              <a:buFont typeface="Arial" panose="020B0604020202020204" pitchFamily="34" charset="0"/>
              <a:buChar char="•"/>
              <a:tabLst>
                <a:tab pos="374015" algn="l"/>
              </a:tabLst>
            </a:pPr>
            <a:endParaRPr sz="2400" dirty="0">
              <a:latin typeface="+mn-lt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55"/>
              </a:spcBef>
              <a:buClr>
                <a:srgbClr val="001F5F"/>
              </a:buClr>
              <a:buFont typeface="Arial" panose="020B0604020202020204" pitchFamily="34" charset="0"/>
              <a:buChar char="•"/>
            </a:pPr>
            <a:endParaRPr sz="225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A683A-A526-4B36-A6D3-92809E59BB2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89504-BEE8-4FF0-9636-BD4F0CF2637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8991" y="408599"/>
            <a:ext cx="4953000" cy="6228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</a:pPr>
            <a:r>
              <a:rPr b="1" spc="-25" dirty="0">
                <a:uFill>
                  <a:solidFill>
                    <a:srgbClr val="C00000"/>
                  </a:solidFill>
                </a:uFill>
              </a:rPr>
              <a:t>Types</a:t>
            </a:r>
            <a:r>
              <a:rPr b="1" spc="-30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b="1" dirty="0">
                <a:uFill>
                  <a:solidFill>
                    <a:srgbClr val="C00000"/>
                  </a:solidFill>
                </a:uFill>
              </a:rPr>
              <a:t>of</a:t>
            </a:r>
            <a:r>
              <a:rPr b="1" spc="-3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b="1" spc="-45" dirty="0">
                <a:uFill>
                  <a:solidFill>
                    <a:srgbClr val="C00000"/>
                  </a:solidFill>
                </a:uFill>
              </a:rPr>
              <a:t>ANOVA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5800" y="1371600"/>
            <a:ext cx="10363200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0855" indent="-478790">
              <a:spcBef>
                <a:spcPts val="95"/>
              </a:spcBef>
              <a:buFont typeface="Wingdings"/>
              <a:buChar char=""/>
              <a:tabLst>
                <a:tab pos="490855" algn="l"/>
                <a:tab pos="491490" algn="l"/>
                <a:tab pos="1743075" algn="l"/>
              </a:tabLst>
            </a:pPr>
            <a:r>
              <a:rPr sz="2400" b="1" spc="-45" dirty="0">
                <a:solidFill>
                  <a:srgbClr val="001F5F"/>
                </a:solidFill>
                <a:latin typeface="Calibri"/>
                <a:cs typeface="Calibri"/>
              </a:rPr>
              <a:t>ANOVA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two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types</a:t>
            </a:r>
            <a:endParaRPr sz="2400" dirty="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  <a:tabLst>
                <a:tab pos="3007360" algn="l"/>
                <a:tab pos="5887720" algn="l"/>
              </a:tabLst>
            </a:pP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One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way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ANOVA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endParaRPr lang="en-GB" sz="2400" b="1" spc="10" dirty="0">
              <a:solidFill>
                <a:srgbClr val="001F5F"/>
              </a:solidFill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  <a:tabLst>
                <a:tab pos="3007360" algn="l"/>
                <a:tab pos="5887720" algn="l"/>
              </a:tabLst>
            </a:pP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            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only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factor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investigate</a:t>
            </a:r>
            <a:endParaRPr sz="2400" dirty="0">
              <a:latin typeface="Calibri"/>
              <a:cs typeface="Calibri"/>
            </a:endParaRPr>
          </a:p>
          <a:p>
            <a:pPr marL="1089660" lvl="2" indent="-163195">
              <a:spcBef>
                <a:spcPts val="15"/>
              </a:spcBef>
              <a:buSzPct val="96428"/>
              <a:buFont typeface="Wingdings"/>
              <a:buChar char=""/>
              <a:tabLst>
                <a:tab pos="175895" algn="l"/>
                <a:tab pos="4135754" algn="l"/>
              </a:tabLst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400" b="1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independent</a:t>
            </a:r>
            <a:r>
              <a:rPr sz="2400" b="1" spc="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variable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(with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2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levels)</a:t>
            </a:r>
            <a:endParaRPr sz="2400" dirty="0">
              <a:latin typeface="Calibri"/>
              <a:cs typeface="Calibri"/>
            </a:endParaRPr>
          </a:p>
          <a:p>
            <a:pPr marL="1089660" lvl="2" indent="-163195">
              <a:buSzPct val="96428"/>
              <a:buFont typeface="Wingdings"/>
              <a:buChar char=""/>
              <a:tabLst>
                <a:tab pos="175895" algn="l"/>
              </a:tabLst>
            </a:pP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Analysis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Variance</a:t>
            </a:r>
            <a:r>
              <a:rPr sz="2400" b="1" spc="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could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have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one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independent variable</a:t>
            </a:r>
          </a:p>
          <a:p>
            <a:pPr marL="12065">
              <a:buSzPct val="96428"/>
              <a:tabLst>
                <a:tab pos="175895" algn="l"/>
              </a:tabLst>
            </a:pPr>
            <a:endParaRPr sz="2400" dirty="0">
              <a:latin typeface="Calibri"/>
              <a:cs typeface="Calibri"/>
            </a:endParaRPr>
          </a:p>
          <a:p>
            <a:pPr marL="12700" marR="491490">
              <a:lnSpc>
                <a:spcPct val="100400"/>
              </a:lnSpc>
            </a:pP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60" dirty="0">
                <a:solidFill>
                  <a:srgbClr val="C00000"/>
                </a:solidFill>
                <a:latin typeface="Calibri"/>
                <a:cs typeface="Calibri"/>
              </a:rPr>
              <a:t>Way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ANOVA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: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endParaRPr lang="en-GB" sz="2400" b="1" dirty="0">
              <a:solidFill>
                <a:srgbClr val="001F5F"/>
              </a:solidFill>
              <a:latin typeface="Calibri"/>
              <a:cs typeface="Calibri"/>
            </a:endParaRPr>
          </a:p>
          <a:p>
            <a:pPr marL="12700" marR="491490">
              <a:lnSpc>
                <a:spcPct val="100400"/>
              </a:lnSpc>
            </a:pPr>
            <a:r>
              <a:rPr lang="en-GB" sz="2400" b="1" spc="-25" dirty="0">
                <a:solidFill>
                  <a:srgbClr val="001F5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investigate</a:t>
            </a:r>
            <a:r>
              <a:rPr sz="2400" b="1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two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factors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at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same </a:t>
            </a:r>
            <a:r>
              <a:rPr sz="2400" b="1" spc="-6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time.</a:t>
            </a:r>
            <a:endParaRPr sz="2400" dirty="0">
              <a:latin typeface="Calibri"/>
              <a:cs typeface="Calibri"/>
            </a:endParaRPr>
          </a:p>
          <a:p>
            <a:pPr marL="1089660" lvl="2" indent="-163195">
              <a:buSzPct val="96428"/>
              <a:buFont typeface="Wingdings"/>
              <a:buChar char=""/>
              <a:tabLst>
                <a:tab pos="175895" algn="l"/>
              </a:tabLst>
            </a:pP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two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independent</a:t>
            </a:r>
            <a:r>
              <a:rPr sz="2400" b="1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variables</a:t>
            </a:r>
            <a:r>
              <a:rPr sz="2400" b="1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(can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have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multiple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levels).</a:t>
            </a:r>
            <a:endParaRPr sz="2400" dirty="0">
              <a:latin typeface="Calibri"/>
              <a:cs typeface="Calibri"/>
            </a:endParaRPr>
          </a:p>
          <a:p>
            <a:pPr marL="1090295" lvl="2" indent="-163830">
              <a:buSzPct val="96428"/>
              <a:buFont typeface="Wingdings"/>
              <a:buChar char=""/>
              <a:tabLst>
                <a:tab pos="176530" algn="l"/>
              </a:tabLst>
            </a:pP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Analysis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Variance</a:t>
            </a:r>
            <a:r>
              <a:rPr sz="2400" b="1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has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two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independent variable</a:t>
            </a:r>
            <a:r>
              <a:rPr sz="2400" b="1" spc="-45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lang="en-GB" sz="2400" b="1" spc="-4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821815" lvl="2" indent="-895350">
              <a:buAutoNum type="romanUcPeriod"/>
              <a:tabLst>
                <a:tab pos="907415" algn="l"/>
                <a:tab pos="908050" algn="l"/>
              </a:tabLst>
            </a:pP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way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ANOVA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without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replication</a:t>
            </a:r>
            <a:endParaRPr sz="2400" dirty="0">
              <a:latin typeface="Calibri"/>
              <a:cs typeface="Calibri"/>
            </a:endParaRPr>
          </a:p>
          <a:p>
            <a:pPr marL="1821815" lvl="2" indent="-895350">
              <a:buAutoNum type="romanUcPeriod"/>
              <a:tabLst>
                <a:tab pos="907415" algn="l"/>
                <a:tab pos="908050" algn="l"/>
              </a:tabLst>
            </a:pP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way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ANOVA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replication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0B2ABD-5A03-429A-A5A8-723D950F23EA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C482A1-E482-4827-97A9-1F4DF3A6624F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281759"/>
            <a:ext cx="4419600" cy="6228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</a:pPr>
            <a:r>
              <a:rPr b="1" spc="-5" dirty="0">
                <a:uFill>
                  <a:solidFill>
                    <a:srgbClr val="C00000"/>
                  </a:solidFill>
                </a:uFill>
              </a:rPr>
              <a:t>P</a:t>
            </a:r>
            <a:r>
              <a:rPr lang="en-GB" b="1" spc="-5" dirty="0" err="1">
                <a:uFill>
                  <a:solidFill>
                    <a:srgbClr val="C00000"/>
                  </a:solidFill>
                </a:uFill>
              </a:rPr>
              <a:t>rinciple</a:t>
            </a:r>
            <a:r>
              <a:rPr lang="en-GB" b="1" spc="-5" dirty="0">
                <a:uFill>
                  <a:solidFill>
                    <a:srgbClr val="C00000"/>
                  </a:solidFill>
                </a:uFill>
              </a:rPr>
              <a:t> of</a:t>
            </a:r>
            <a:r>
              <a:rPr b="1" spc="-2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b="1" spc="-45" dirty="0">
                <a:uFill>
                  <a:solidFill>
                    <a:srgbClr val="C00000"/>
                  </a:solidFill>
                </a:uFill>
              </a:rPr>
              <a:t>ANOVA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328811" y="4938192"/>
            <a:ext cx="10134600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/>
            <a:r>
              <a:rPr lang="en-GB" sz="2400" i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F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GB" sz="2400" b="1" spc="-10" dirty="0">
                <a:solidFill>
                  <a:srgbClr val="C00000"/>
                </a:solidFill>
                <a:latin typeface="Calibri"/>
                <a:cs typeface="Calibri"/>
              </a:rPr>
              <a:t>V</a:t>
            </a:r>
            <a:r>
              <a:rPr sz="2400" b="1" spc="-5" dirty="0" err="1">
                <a:solidFill>
                  <a:srgbClr val="C00000"/>
                </a:solidFill>
                <a:latin typeface="Calibri"/>
                <a:cs typeface="Calibri"/>
              </a:rPr>
              <a:t>ariance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between samples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variance</a:t>
            </a:r>
            <a:endParaRPr sz="2400" b="1" dirty="0">
              <a:latin typeface="Calibri"/>
              <a:cs typeface="Calibri"/>
            </a:endParaRPr>
          </a:p>
          <a:p>
            <a:pPr marL="422275" algn="just"/>
            <a:r>
              <a:rPr lang="en-GB" sz="2400" b="1" spc="-10" dirty="0">
                <a:solidFill>
                  <a:srgbClr val="C00000"/>
                </a:solidFill>
                <a:latin typeface="Calibri"/>
                <a:cs typeface="Calibri"/>
              </a:rPr>
              <a:t>  V</a:t>
            </a:r>
            <a:r>
              <a:rPr sz="2400" b="1" spc="-10" dirty="0" err="1">
                <a:solidFill>
                  <a:srgbClr val="C00000"/>
                </a:solidFill>
                <a:latin typeface="Calibri"/>
                <a:cs typeface="Calibri"/>
              </a:rPr>
              <a:t>ariance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based on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within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samples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variance</a:t>
            </a:r>
            <a:endParaRPr sz="2400" b="1" dirty="0">
              <a:latin typeface="Calibri"/>
              <a:cs typeface="Calibri"/>
            </a:endParaRPr>
          </a:p>
          <a:p>
            <a:pPr marL="355600" marR="236854" indent="-342900" algn="just">
              <a:spcBef>
                <a:spcPts val="5"/>
              </a:spcBef>
              <a:buSzPct val="95833"/>
              <a:buFont typeface="Arial" panose="020B0604020202020204" pitchFamily="34" charset="0"/>
              <a:buChar char="•"/>
              <a:tabLst>
                <a:tab pos="285115" algn="l"/>
              </a:tabLst>
            </a:pP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This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value 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F is </a:t>
            </a:r>
            <a:r>
              <a:rPr sz="2400" i="1" spc="-20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be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compared </a:t>
            </a:r>
            <a:r>
              <a:rPr sz="2400" i="1" spc="-15" dirty="0">
                <a:solidFill>
                  <a:srgbClr val="001F5F"/>
                </a:solidFill>
                <a:latin typeface="Calibri"/>
                <a:cs typeface="Calibri"/>
              </a:rPr>
              <a:t>to 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the F-limit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for 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given degrees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400" i="1" spc="-5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freedom. 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If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F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value we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work 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out is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equal 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or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exceeds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F-limit 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lang="en-GB" sz="2400" i="1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algn="just">
              <a:spcBef>
                <a:spcPts val="10"/>
              </a:spcBef>
              <a:buClr>
                <a:srgbClr val="001F5F"/>
              </a:buClr>
            </a:pPr>
            <a:endParaRPr sz="2350" dirty="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828800" y="5334000"/>
            <a:ext cx="5562600" cy="76200"/>
          </a:xfrm>
          <a:custGeom>
            <a:avLst/>
            <a:gdLst/>
            <a:ahLst/>
            <a:cxnLst/>
            <a:rect l="l" t="t" r="r" b="b"/>
            <a:pathLst>
              <a:path w="8532495" h="1904">
                <a:moveTo>
                  <a:pt x="0" y="0"/>
                </a:moveTo>
                <a:lnTo>
                  <a:pt x="8531987" y="1777"/>
                </a:lnTo>
              </a:path>
            </a:pathLst>
          </a:custGeom>
          <a:ln w="441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u="s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511D7E-A5A6-4CA5-9C9A-E39E39F17EEC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217433-BE33-4FED-AE62-9FB394B177EC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CC72AB-1584-E074-ED28-1C6ED953D89F}"/>
              </a:ext>
            </a:extLst>
          </p:cNvPr>
          <p:cNvSpPr txBox="1"/>
          <p:nvPr/>
        </p:nvSpPr>
        <p:spPr>
          <a:xfrm>
            <a:off x="609600" y="1083205"/>
            <a:ext cx="112682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dirty="0"/>
              <a:t>The </a:t>
            </a:r>
            <a:r>
              <a:rPr lang="en-IN" b="1" dirty="0"/>
              <a:t>Principle of ANOVA (Analysis of Variance)</a:t>
            </a:r>
            <a:r>
              <a:rPr lang="en-IN" dirty="0"/>
              <a:t> is based on the idea that the </a:t>
            </a:r>
            <a:r>
              <a:rPr lang="en-IN" b="1" dirty="0"/>
              <a:t>total variation</a:t>
            </a:r>
            <a:r>
              <a:rPr lang="en-IN" dirty="0"/>
              <a:t> observed in a dataset can be divided into two components:</a:t>
            </a:r>
          </a:p>
          <a:p>
            <a:pPr algn="just">
              <a:buFont typeface="+mj-lt"/>
              <a:buAutoNum type="arabicPeriod"/>
            </a:pPr>
            <a:r>
              <a:rPr lang="en-IN" b="1" dirty="0"/>
              <a:t>Variation between groups (Treatment Variation):</a:t>
            </a:r>
          </a:p>
          <a:p>
            <a:pPr algn="just"/>
            <a:br>
              <a:rPr lang="en-IN" dirty="0"/>
            </a:br>
            <a:r>
              <a:rPr lang="en-IN" dirty="0"/>
              <a:t>Variation caused by the differences among the means of different groups. 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2. Variation within groups (Error or Residual Variation):</a:t>
            </a:r>
          </a:p>
          <a:p>
            <a:pPr algn="just"/>
            <a:br>
              <a:rPr lang="en-IN" dirty="0"/>
            </a:br>
            <a:r>
              <a:rPr lang="en-IN" dirty="0"/>
              <a:t>Variation caused by random factors or natural differences among observations within the same group.</a:t>
            </a:r>
          </a:p>
          <a:p>
            <a:pPr algn="just"/>
            <a:r>
              <a:rPr lang="en-IN" dirty="0"/>
              <a:t> </a:t>
            </a:r>
          </a:p>
          <a:p>
            <a:pPr algn="just">
              <a:buNone/>
            </a:pPr>
            <a:r>
              <a:rPr lang="en-IN" dirty="0"/>
              <a:t>ANOVA tests whether the differences between group means are statistically significant by comparing these two sources of variation.</a:t>
            </a:r>
          </a:p>
          <a:p>
            <a:pPr algn="just">
              <a:buNone/>
            </a:pPr>
            <a:r>
              <a:rPr lang="en-IN" dirty="0"/>
              <a:t>The test statistic is the </a:t>
            </a:r>
            <a:r>
              <a:rPr lang="en-IN" b="1" dirty="0"/>
              <a:t>F-ratio</a:t>
            </a:r>
            <a:r>
              <a:rPr lang="en-IN" dirty="0"/>
              <a:t>, which compares the between-group variation to the within-group variation.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23266"/>
            <a:ext cx="4950205" cy="6228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</a:pPr>
            <a:r>
              <a:rPr b="1" spc="-45" dirty="0"/>
              <a:t>ANOVA</a:t>
            </a:r>
            <a:r>
              <a:rPr b="1" spc="-70" dirty="0"/>
              <a:t> </a:t>
            </a:r>
            <a:r>
              <a:rPr lang="en-GB" b="1" spc="-35" dirty="0"/>
              <a:t>procedure</a:t>
            </a:r>
            <a:endParaRPr b="1" spc="-35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09CC3B-D4B6-49CA-B0C2-5EDB224E4B53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905F4F-5ECD-4D89-AC78-2FC533605AF1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3558361-EBFF-174C-5C31-EFD111FC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137977"/>
            <a:ext cx="7086599" cy="496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1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FC05-7451-4829-A687-F9AD8287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231772"/>
            <a:ext cx="8839200" cy="1325563"/>
          </a:xfrm>
        </p:spPr>
        <p:txBody>
          <a:bodyPr/>
          <a:lstStyle/>
          <a:p>
            <a:r>
              <a:rPr lang="en-GB" b="1" dirty="0"/>
              <a:t>One-way ANOVA formula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67B835-D58E-44F5-9C86-A64CB80A8A86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CE73D9-1503-47E2-9225-C2B6A4FA9874}"/>
              </a:ext>
            </a:extLst>
          </p:cNvPr>
          <p:cNvCxnSpPr/>
          <p:nvPr/>
        </p:nvCxnSpPr>
        <p:spPr>
          <a:xfrm>
            <a:off x="166465" y="762000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sheet of paper with black writing&#10;&#10;AI-generated content may be incorrect.">
            <a:extLst>
              <a:ext uri="{FF2B5EF4-FFF2-40B4-BE49-F238E27FC236}">
                <a16:creationId xmlns:a16="http://schemas.microsoft.com/office/drawing/2014/main" id="{661F280F-983A-9B65-AA5E-15105FB74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14699" y="-1475815"/>
            <a:ext cx="5562595" cy="1036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5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4210-2967-404E-957E-1AAE8523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07192"/>
            <a:ext cx="11582400" cy="1325563"/>
          </a:xfrm>
        </p:spPr>
        <p:txBody>
          <a:bodyPr/>
          <a:lstStyle/>
          <a:p>
            <a:r>
              <a:rPr lang="en-GB" b="1" dirty="0"/>
              <a:t>Example 1: </a:t>
            </a:r>
            <a:r>
              <a:rPr lang="en-GB" sz="2000" b="1" dirty="0"/>
              <a:t>Data related to no. of questions solved in different types of noises. </a:t>
            </a:r>
            <a:br>
              <a:rPr lang="en-GB" sz="2000" b="1" dirty="0"/>
            </a:br>
            <a:r>
              <a:rPr lang="en-GB" sz="2000" b="1" dirty="0"/>
              <a:t>                                            Find the significance of the noise on solving questions</a:t>
            </a:r>
            <a:endParaRPr lang="en-US" sz="2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B8A796-6C66-4B98-B941-5CEEDE91F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753"/>
          <a:stretch/>
        </p:blipFill>
        <p:spPr>
          <a:xfrm>
            <a:off x="2362200" y="1516191"/>
            <a:ext cx="8458199" cy="2472714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967539-9AA8-401A-96CC-315BBC967011}"/>
              </a:ext>
            </a:extLst>
          </p:cNvPr>
          <p:cNvSpPr/>
          <p:nvPr/>
        </p:nvSpPr>
        <p:spPr>
          <a:xfrm>
            <a:off x="168812" y="240323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231C22-EFBF-447C-94F1-C2121754E60B}"/>
              </a:ext>
            </a:extLst>
          </p:cNvPr>
          <p:cNvCxnSpPr/>
          <p:nvPr/>
        </p:nvCxnSpPr>
        <p:spPr>
          <a:xfrm>
            <a:off x="168812" y="1532756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FD9A9F-657E-4A13-BD74-83A26BD9CF43}"/>
              </a:ext>
            </a:extLst>
          </p:cNvPr>
          <p:cNvSpPr txBox="1"/>
          <p:nvPr/>
        </p:nvSpPr>
        <p:spPr>
          <a:xfrm>
            <a:off x="2819400" y="4005470"/>
            <a:ext cx="8305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k: No of groups=3</a:t>
            </a:r>
          </a:p>
          <a:p>
            <a:r>
              <a:rPr lang="en-GB" dirty="0"/>
              <a:t>n: No. records= 12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Null hypothesis Ho:  There is no significance of noise in writing questions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1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CAE-C75C-4736-A2FB-B4DD4AF3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26" y="12635"/>
            <a:ext cx="10515600" cy="1325563"/>
          </a:xfrm>
        </p:spPr>
        <p:txBody>
          <a:bodyPr/>
          <a:lstStyle/>
          <a:p>
            <a:r>
              <a:rPr lang="en-GB" dirty="0"/>
              <a:t>Example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1C69F-1A89-472D-A283-1101FC69B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857"/>
          <a:stretch/>
        </p:blipFill>
        <p:spPr>
          <a:xfrm>
            <a:off x="1143000" y="1338198"/>
            <a:ext cx="9753600" cy="452588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F1B071-BC78-46BA-855B-42209DAC50C3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88B589-E095-4DEF-BC73-55E3D129F1A8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928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4D43-B6C0-4114-99F8-2E255823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74" y="-13252"/>
            <a:ext cx="10515600" cy="1325563"/>
          </a:xfrm>
        </p:spPr>
        <p:txBody>
          <a:bodyPr/>
          <a:lstStyle/>
          <a:p>
            <a:r>
              <a:rPr lang="en-GB" dirty="0"/>
              <a:t>Example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85C061-997D-41FC-8403-EE977BEF6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077" b="19373"/>
          <a:stretch/>
        </p:blipFill>
        <p:spPr>
          <a:xfrm>
            <a:off x="914400" y="1312311"/>
            <a:ext cx="10363200" cy="478368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5574F7-6C3F-4879-94F7-6FC5897B51E6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E9324E-0111-46CF-A678-2D24E83F1BAD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343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4800" y="470999"/>
            <a:ext cx="11353800" cy="168764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10" dirty="0"/>
              <a:t>Example</a:t>
            </a:r>
            <a:r>
              <a:rPr sz="3600" spc="-60" dirty="0"/>
              <a:t> </a:t>
            </a:r>
            <a:r>
              <a:rPr sz="3600" dirty="0"/>
              <a:t>-</a:t>
            </a:r>
            <a:r>
              <a:rPr lang="en-GB" sz="3600" dirty="0"/>
              <a:t>2</a:t>
            </a:r>
            <a:br>
              <a:rPr lang="en-GB" sz="3600" dirty="0"/>
            </a:br>
            <a:endParaRPr sz="3600" dirty="0"/>
          </a:p>
          <a:p>
            <a:pPr marL="12700" marR="5080">
              <a:spcBef>
                <a:spcPts val="75"/>
              </a:spcBef>
            </a:pPr>
            <a:r>
              <a:rPr sz="2400" dirty="0"/>
              <a:t>Set up an </a:t>
            </a:r>
            <a:r>
              <a:rPr sz="2400" spc="-5" dirty="0"/>
              <a:t>analysis </a:t>
            </a:r>
            <a:r>
              <a:rPr sz="2400" dirty="0"/>
              <a:t>of </a:t>
            </a:r>
            <a:r>
              <a:rPr sz="2400" spc="-5" dirty="0"/>
              <a:t>variance </a:t>
            </a:r>
            <a:r>
              <a:rPr sz="2400" spc="-10" dirty="0"/>
              <a:t>table </a:t>
            </a:r>
            <a:r>
              <a:rPr sz="2400" spc="-15" dirty="0"/>
              <a:t>for </a:t>
            </a:r>
            <a:r>
              <a:rPr sz="2400" spc="-5" dirty="0"/>
              <a:t>the following </a:t>
            </a:r>
            <a:r>
              <a:rPr sz="2400" dirty="0"/>
              <a:t>per </a:t>
            </a:r>
            <a:r>
              <a:rPr sz="2400" spc="-5" dirty="0"/>
              <a:t>acre </a:t>
            </a:r>
            <a:r>
              <a:rPr sz="2400" dirty="0"/>
              <a:t> </a:t>
            </a:r>
            <a:r>
              <a:rPr sz="2400" spc="-5" dirty="0"/>
              <a:t>production</a:t>
            </a:r>
            <a:r>
              <a:rPr sz="2400" spc="-15" dirty="0"/>
              <a:t> data</a:t>
            </a:r>
            <a:r>
              <a:rPr sz="2400" spc="10" dirty="0"/>
              <a:t> </a:t>
            </a:r>
            <a:r>
              <a:rPr sz="2400" spc="-15" dirty="0"/>
              <a:t>for</a:t>
            </a:r>
            <a:r>
              <a:rPr sz="2400" spc="-5" dirty="0"/>
              <a:t> </a:t>
            </a:r>
            <a:r>
              <a:rPr sz="2400" spc="-10" dirty="0"/>
              <a:t>three</a:t>
            </a:r>
            <a:r>
              <a:rPr sz="2400" spc="10" dirty="0"/>
              <a:t> </a:t>
            </a:r>
            <a:r>
              <a:rPr sz="2400" spc="-10" dirty="0"/>
              <a:t>varieties</a:t>
            </a:r>
            <a:r>
              <a:rPr sz="2400" spc="-5" dirty="0"/>
              <a:t> </a:t>
            </a:r>
            <a:r>
              <a:rPr sz="2400" dirty="0"/>
              <a:t>of </a:t>
            </a:r>
            <a:r>
              <a:rPr sz="2400" spc="-10" dirty="0"/>
              <a:t>wheat,</a:t>
            </a:r>
            <a:r>
              <a:rPr sz="2400" spc="5" dirty="0"/>
              <a:t> </a:t>
            </a:r>
            <a:r>
              <a:rPr sz="2400" spc="-5" dirty="0"/>
              <a:t>each</a:t>
            </a:r>
            <a:r>
              <a:rPr sz="2400" spc="-20" dirty="0"/>
              <a:t> </a:t>
            </a:r>
            <a:r>
              <a:rPr sz="2400" spc="-10" dirty="0"/>
              <a:t>grown</a:t>
            </a:r>
            <a:r>
              <a:rPr sz="2400" spc="-20" dirty="0"/>
              <a:t> </a:t>
            </a:r>
            <a:r>
              <a:rPr sz="2400" dirty="0"/>
              <a:t>on 4</a:t>
            </a:r>
            <a:r>
              <a:rPr sz="2400" spc="-25" dirty="0"/>
              <a:t> </a:t>
            </a:r>
            <a:r>
              <a:rPr sz="2400" spc="-5" dirty="0"/>
              <a:t>plots </a:t>
            </a:r>
            <a:r>
              <a:rPr sz="2400" spc="-525" dirty="0"/>
              <a:t> </a:t>
            </a:r>
            <a:r>
              <a:rPr sz="2400" dirty="0"/>
              <a:t>and</a:t>
            </a:r>
            <a:r>
              <a:rPr sz="2400" spc="-10" dirty="0"/>
              <a:t> </a:t>
            </a:r>
            <a:r>
              <a:rPr sz="2400" spc="-25" dirty="0"/>
              <a:t>state</a:t>
            </a:r>
            <a:r>
              <a:rPr sz="2400" spc="5" dirty="0"/>
              <a:t> </a:t>
            </a:r>
            <a:r>
              <a:rPr sz="2400" dirty="0"/>
              <a:t>if the</a:t>
            </a:r>
            <a:r>
              <a:rPr sz="2400" spc="5" dirty="0"/>
              <a:t> </a:t>
            </a:r>
            <a:r>
              <a:rPr sz="2400" spc="-10" dirty="0"/>
              <a:t>variety</a:t>
            </a:r>
            <a:r>
              <a:rPr sz="2400" spc="-20" dirty="0"/>
              <a:t> </a:t>
            </a:r>
            <a:r>
              <a:rPr sz="2400" spc="-10" dirty="0"/>
              <a:t>differences</a:t>
            </a:r>
            <a:r>
              <a:rPr sz="2400" dirty="0"/>
              <a:t> </a:t>
            </a:r>
            <a:r>
              <a:rPr sz="2400" spc="-10" dirty="0"/>
              <a:t>are</a:t>
            </a:r>
            <a:r>
              <a:rPr sz="2400" spc="-5" dirty="0"/>
              <a:t> significance.</a:t>
            </a:r>
            <a:endParaRPr sz="2400" dirty="0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938616"/>
              </p:ext>
            </p:extLst>
          </p:nvPr>
        </p:nvGraphicFramePr>
        <p:xfrm>
          <a:off x="2057400" y="2354657"/>
          <a:ext cx="8360409" cy="4071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863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Plots</a:t>
                      </a:r>
                      <a:r>
                        <a:rPr sz="2800" b="1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land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sz="2800" b="1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acre</a:t>
                      </a:r>
                      <a:r>
                        <a:rPr sz="2800" b="1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production</a:t>
                      </a: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8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6294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variety</a:t>
                      </a:r>
                      <a:r>
                        <a:rPr sz="2800" b="1" spc="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wheat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6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8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6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59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58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8F8C199-F335-453B-87AB-9472E31150D5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BBA7E-CE3E-44F6-81B3-6381B0E9A863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7427" y="531618"/>
            <a:ext cx="1365885" cy="574675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tabLst>
                <a:tab pos="1226820" algn="l"/>
              </a:tabLst>
            </a:pPr>
            <a:r>
              <a:rPr sz="3600" spc="-275" dirty="0">
                <a:solidFill>
                  <a:schemeClr val="bg1"/>
                </a:solidFill>
              </a:rPr>
              <a:t>T</a:t>
            </a:r>
            <a:r>
              <a:rPr sz="3600" dirty="0">
                <a:solidFill>
                  <a:schemeClr val="bg1"/>
                </a:solidFill>
              </a:rPr>
              <a:t>able	: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602739" y="1404745"/>
            <a:ext cx="9065259" cy="4691255"/>
            <a:chOff x="-1" y="993775"/>
            <a:chExt cx="9144000" cy="5864225"/>
          </a:xfrm>
        </p:grpSpPr>
        <p:sp>
          <p:nvSpPr>
            <p:cNvPr id="6" name="object 6"/>
            <p:cNvSpPr/>
            <p:nvPr/>
          </p:nvSpPr>
          <p:spPr>
            <a:xfrm>
              <a:off x="0" y="2562478"/>
              <a:ext cx="9144000" cy="4295775"/>
            </a:xfrm>
            <a:custGeom>
              <a:avLst/>
              <a:gdLst/>
              <a:ahLst/>
              <a:cxnLst/>
              <a:rect l="l" t="t" r="r" b="b"/>
              <a:pathLst>
                <a:path w="9144000" h="4295775">
                  <a:moveTo>
                    <a:pt x="1523987" y="2863723"/>
                  </a:moveTo>
                  <a:lnTo>
                    <a:pt x="0" y="2863723"/>
                  </a:lnTo>
                  <a:lnTo>
                    <a:pt x="0" y="4295521"/>
                  </a:lnTo>
                  <a:lnTo>
                    <a:pt x="1523987" y="4295521"/>
                  </a:lnTo>
                  <a:lnTo>
                    <a:pt x="1523987" y="2863723"/>
                  </a:lnTo>
                  <a:close/>
                </a:path>
                <a:path w="9144000" h="4295775">
                  <a:moveTo>
                    <a:pt x="1523987" y="0"/>
                  </a:moveTo>
                  <a:lnTo>
                    <a:pt x="0" y="0"/>
                  </a:lnTo>
                  <a:lnTo>
                    <a:pt x="0" y="1431798"/>
                  </a:lnTo>
                  <a:lnTo>
                    <a:pt x="1523987" y="1431798"/>
                  </a:lnTo>
                  <a:lnTo>
                    <a:pt x="1523987" y="0"/>
                  </a:lnTo>
                  <a:close/>
                </a:path>
                <a:path w="9144000" h="4295775">
                  <a:moveTo>
                    <a:pt x="9144000" y="0"/>
                  </a:moveTo>
                  <a:lnTo>
                    <a:pt x="9144000" y="0"/>
                  </a:lnTo>
                  <a:lnTo>
                    <a:pt x="1524000" y="0"/>
                  </a:lnTo>
                  <a:lnTo>
                    <a:pt x="1524000" y="1431798"/>
                  </a:lnTo>
                  <a:lnTo>
                    <a:pt x="3048000" y="1431798"/>
                  </a:lnTo>
                  <a:lnTo>
                    <a:pt x="4572000" y="1431798"/>
                  </a:lnTo>
                  <a:lnTo>
                    <a:pt x="6096000" y="1431798"/>
                  </a:lnTo>
                  <a:lnTo>
                    <a:pt x="6096000" y="2863723"/>
                  </a:lnTo>
                  <a:lnTo>
                    <a:pt x="4572000" y="2863723"/>
                  </a:lnTo>
                  <a:lnTo>
                    <a:pt x="3048000" y="2863723"/>
                  </a:lnTo>
                  <a:lnTo>
                    <a:pt x="1524000" y="2863723"/>
                  </a:lnTo>
                  <a:lnTo>
                    <a:pt x="1524000" y="4295521"/>
                  </a:lnTo>
                  <a:lnTo>
                    <a:pt x="9144000" y="429552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993774"/>
              <a:ext cx="9144000" cy="5864225"/>
            </a:xfrm>
            <a:custGeom>
              <a:avLst/>
              <a:gdLst/>
              <a:ahLst/>
              <a:cxnLst/>
              <a:rect l="l" t="t" r="r" b="b"/>
              <a:pathLst>
                <a:path w="9144000" h="5864225">
                  <a:moveTo>
                    <a:pt x="9144000" y="0"/>
                  </a:moveTo>
                  <a:lnTo>
                    <a:pt x="9137650" y="0"/>
                  </a:lnTo>
                  <a:lnTo>
                    <a:pt x="9137650" y="12700"/>
                  </a:lnTo>
                  <a:lnTo>
                    <a:pt x="9137650" y="1556004"/>
                  </a:lnTo>
                  <a:lnTo>
                    <a:pt x="9137650" y="1581404"/>
                  </a:lnTo>
                  <a:lnTo>
                    <a:pt x="9137650" y="5857875"/>
                  </a:lnTo>
                  <a:lnTo>
                    <a:pt x="7626350" y="5857875"/>
                  </a:lnTo>
                  <a:lnTo>
                    <a:pt x="7626350" y="1581404"/>
                  </a:lnTo>
                  <a:lnTo>
                    <a:pt x="9137650" y="1581404"/>
                  </a:lnTo>
                  <a:lnTo>
                    <a:pt x="9137650" y="1556004"/>
                  </a:lnTo>
                  <a:lnTo>
                    <a:pt x="7626350" y="1556004"/>
                  </a:lnTo>
                  <a:lnTo>
                    <a:pt x="7626350" y="12700"/>
                  </a:lnTo>
                  <a:lnTo>
                    <a:pt x="9137650" y="12700"/>
                  </a:lnTo>
                  <a:lnTo>
                    <a:pt x="9137650" y="0"/>
                  </a:lnTo>
                  <a:lnTo>
                    <a:pt x="7626350" y="0"/>
                  </a:lnTo>
                  <a:lnTo>
                    <a:pt x="7613650" y="0"/>
                  </a:lnTo>
                  <a:lnTo>
                    <a:pt x="7613650" y="12700"/>
                  </a:lnTo>
                  <a:lnTo>
                    <a:pt x="7613650" y="1556004"/>
                  </a:lnTo>
                  <a:lnTo>
                    <a:pt x="7613650" y="1581404"/>
                  </a:lnTo>
                  <a:lnTo>
                    <a:pt x="7613650" y="5857875"/>
                  </a:lnTo>
                  <a:lnTo>
                    <a:pt x="6102350" y="5857875"/>
                  </a:lnTo>
                  <a:lnTo>
                    <a:pt x="6102350" y="1581404"/>
                  </a:lnTo>
                  <a:lnTo>
                    <a:pt x="7613650" y="1581404"/>
                  </a:lnTo>
                  <a:lnTo>
                    <a:pt x="7613650" y="1556004"/>
                  </a:lnTo>
                  <a:lnTo>
                    <a:pt x="6102350" y="1556004"/>
                  </a:lnTo>
                  <a:lnTo>
                    <a:pt x="6102350" y="12700"/>
                  </a:lnTo>
                  <a:lnTo>
                    <a:pt x="7613650" y="12700"/>
                  </a:lnTo>
                  <a:lnTo>
                    <a:pt x="7613650" y="0"/>
                  </a:lnTo>
                  <a:lnTo>
                    <a:pt x="6102350" y="0"/>
                  </a:lnTo>
                  <a:lnTo>
                    <a:pt x="6089650" y="0"/>
                  </a:lnTo>
                  <a:lnTo>
                    <a:pt x="6089650" y="5857875"/>
                  </a:lnTo>
                  <a:lnTo>
                    <a:pt x="4578350" y="5857875"/>
                  </a:lnTo>
                  <a:lnTo>
                    <a:pt x="4578350" y="4438777"/>
                  </a:lnTo>
                  <a:lnTo>
                    <a:pt x="6089650" y="4438777"/>
                  </a:lnTo>
                  <a:lnTo>
                    <a:pt x="6089650" y="4426077"/>
                  </a:lnTo>
                  <a:lnTo>
                    <a:pt x="4578350" y="4426077"/>
                  </a:lnTo>
                  <a:lnTo>
                    <a:pt x="4578350" y="3006852"/>
                  </a:lnTo>
                  <a:lnTo>
                    <a:pt x="6089650" y="3006852"/>
                  </a:lnTo>
                  <a:lnTo>
                    <a:pt x="6089650" y="2994152"/>
                  </a:lnTo>
                  <a:lnTo>
                    <a:pt x="4578350" y="2994152"/>
                  </a:lnTo>
                  <a:lnTo>
                    <a:pt x="4578350" y="1581404"/>
                  </a:lnTo>
                  <a:lnTo>
                    <a:pt x="6089650" y="1581404"/>
                  </a:lnTo>
                  <a:lnTo>
                    <a:pt x="6089650" y="1556004"/>
                  </a:lnTo>
                  <a:lnTo>
                    <a:pt x="4578350" y="1556004"/>
                  </a:lnTo>
                  <a:lnTo>
                    <a:pt x="4578350" y="12700"/>
                  </a:lnTo>
                  <a:lnTo>
                    <a:pt x="6089650" y="12700"/>
                  </a:lnTo>
                  <a:lnTo>
                    <a:pt x="6089650" y="0"/>
                  </a:lnTo>
                  <a:lnTo>
                    <a:pt x="4578350" y="0"/>
                  </a:lnTo>
                  <a:lnTo>
                    <a:pt x="4565650" y="0"/>
                  </a:lnTo>
                  <a:lnTo>
                    <a:pt x="4565650" y="12700"/>
                  </a:lnTo>
                  <a:lnTo>
                    <a:pt x="4565650" y="5857875"/>
                  </a:lnTo>
                  <a:lnTo>
                    <a:pt x="3054350" y="5857875"/>
                  </a:lnTo>
                  <a:lnTo>
                    <a:pt x="3054350" y="4438777"/>
                  </a:lnTo>
                  <a:lnTo>
                    <a:pt x="4565650" y="4438777"/>
                  </a:lnTo>
                  <a:lnTo>
                    <a:pt x="4565650" y="4426077"/>
                  </a:lnTo>
                  <a:lnTo>
                    <a:pt x="3054350" y="4426077"/>
                  </a:lnTo>
                  <a:lnTo>
                    <a:pt x="3054350" y="3006852"/>
                  </a:lnTo>
                  <a:lnTo>
                    <a:pt x="4565650" y="3006852"/>
                  </a:lnTo>
                  <a:lnTo>
                    <a:pt x="4565650" y="2994152"/>
                  </a:lnTo>
                  <a:lnTo>
                    <a:pt x="3054350" y="2994152"/>
                  </a:lnTo>
                  <a:lnTo>
                    <a:pt x="3054350" y="1581404"/>
                  </a:lnTo>
                  <a:lnTo>
                    <a:pt x="4565650" y="1581404"/>
                  </a:lnTo>
                  <a:lnTo>
                    <a:pt x="4565650" y="1556004"/>
                  </a:lnTo>
                  <a:lnTo>
                    <a:pt x="3054350" y="1556004"/>
                  </a:lnTo>
                  <a:lnTo>
                    <a:pt x="3054350" y="12700"/>
                  </a:lnTo>
                  <a:lnTo>
                    <a:pt x="4565650" y="12700"/>
                  </a:lnTo>
                  <a:lnTo>
                    <a:pt x="4565650" y="0"/>
                  </a:lnTo>
                  <a:lnTo>
                    <a:pt x="3054350" y="0"/>
                  </a:lnTo>
                  <a:lnTo>
                    <a:pt x="3041650" y="0"/>
                  </a:lnTo>
                  <a:lnTo>
                    <a:pt x="3041650" y="12700"/>
                  </a:lnTo>
                  <a:lnTo>
                    <a:pt x="3041650" y="5857875"/>
                  </a:lnTo>
                  <a:lnTo>
                    <a:pt x="1530350" y="5857875"/>
                  </a:lnTo>
                  <a:lnTo>
                    <a:pt x="1530350" y="4438777"/>
                  </a:lnTo>
                  <a:lnTo>
                    <a:pt x="3041650" y="4438777"/>
                  </a:lnTo>
                  <a:lnTo>
                    <a:pt x="3041650" y="4426077"/>
                  </a:lnTo>
                  <a:lnTo>
                    <a:pt x="1530350" y="4426077"/>
                  </a:lnTo>
                  <a:lnTo>
                    <a:pt x="1530350" y="3006852"/>
                  </a:lnTo>
                  <a:lnTo>
                    <a:pt x="3041650" y="3006852"/>
                  </a:lnTo>
                  <a:lnTo>
                    <a:pt x="3041650" y="2994152"/>
                  </a:lnTo>
                  <a:lnTo>
                    <a:pt x="1530350" y="2994152"/>
                  </a:lnTo>
                  <a:lnTo>
                    <a:pt x="1530350" y="1581404"/>
                  </a:lnTo>
                  <a:lnTo>
                    <a:pt x="3041650" y="1581404"/>
                  </a:lnTo>
                  <a:lnTo>
                    <a:pt x="3041650" y="1556004"/>
                  </a:lnTo>
                  <a:lnTo>
                    <a:pt x="1530350" y="1556004"/>
                  </a:lnTo>
                  <a:lnTo>
                    <a:pt x="1530350" y="12700"/>
                  </a:lnTo>
                  <a:lnTo>
                    <a:pt x="3041650" y="12700"/>
                  </a:lnTo>
                  <a:lnTo>
                    <a:pt x="3041650" y="0"/>
                  </a:lnTo>
                  <a:lnTo>
                    <a:pt x="1530350" y="0"/>
                  </a:lnTo>
                  <a:lnTo>
                    <a:pt x="1517650" y="0"/>
                  </a:lnTo>
                  <a:lnTo>
                    <a:pt x="1517650" y="12700"/>
                  </a:lnTo>
                  <a:lnTo>
                    <a:pt x="1517650" y="5857875"/>
                  </a:lnTo>
                  <a:lnTo>
                    <a:pt x="6337" y="5857875"/>
                  </a:lnTo>
                  <a:lnTo>
                    <a:pt x="6337" y="4438777"/>
                  </a:lnTo>
                  <a:lnTo>
                    <a:pt x="1517650" y="4438777"/>
                  </a:lnTo>
                  <a:lnTo>
                    <a:pt x="1517650" y="4426077"/>
                  </a:lnTo>
                  <a:lnTo>
                    <a:pt x="6337" y="4426077"/>
                  </a:lnTo>
                  <a:lnTo>
                    <a:pt x="6337" y="3006852"/>
                  </a:lnTo>
                  <a:lnTo>
                    <a:pt x="1517650" y="3006852"/>
                  </a:lnTo>
                  <a:lnTo>
                    <a:pt x="1517650" y="2994152"/>
                  </a:lnTo>
                  <a:lnTo>
                    <a:pt x="6337" y="2994152"/>
                  </a:lnTo>
                  <a:lnTo>
                    <a:pt x="6337" y="1581404"/>
                  </a:lnTo>
                  <a:lnTo>
                    <a:pt x="1517650" y="1581404"/>
                  </a:lnTo>
                  <a:lnTo>
                    <a:pt x="1517650" y="1556004"/>
                  </a:lnTo>
                  <a:lnTo>
                    <a:pt x="6337" y="1556004"/>
                  </a:lnTo>
                  <a:lnTo>
                    <a:pt x="6337" y="12700"/>
                  </a:lnTo>
                  <a:lnTo>
                    <a:pt x="1517650" y="12700"/>
                  </a:lnTo>
                  <a:lnTo>
                    <a:pt x="1517650" y="0"/>
                  </a:lnTo>
                  <a:lnTo>
                    <a:pt x="6337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5864225"/>
                  </a:lnTo>
                  <a:lnTo>
                    <a:pt x="6337" y="5864225"/>
                  </a:lnTo>
                  <a:lnTo>
                    <a:pt x="9144000" y="5864225"/>
                  </a:lnTo>
                  <a:lnTo>
                    <a:pt x="9144000" y="5857875"/>
                  </a:lnTo>
                  <a:lnTo>
                    <a:pt x="9144000" y="1581404"/>
                  </a:lnTo>
                  <a:lnTo>
                    <a:pt x="9144000" y="1556004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56081" y="1583000"/>
            <a:ext cx="19081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160528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u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of	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SS 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variation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0161" y="628450"/>
            <a:ext cx="3050415" cy="140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dirty="0">
                <a:solidFill>
                  <a:schemeClr val="bg1"/>
                </a:solidFill>
                <a:latin typeface="Calibri"/>
                <a:cs typeface="Calibri"/>
              </a:rPr>
              <a:t>one</a:t>
            </a:r>
            <a:r>
              <a:rPr sz="3600" b="1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600" b="1" spc="-30" dirty="0">
                <a:solidFill>
                  <a:schemeClr val="bg1"/>
                </a:solidFill>
                <a:latin typeface="Calibri"/>
                <a:cs typeface="Calibri"/>
              </a:rPr>
              <a:t>way</a:t>
            </a:r>
            <a:r>
              <a:rPr sz="3600" b="1" spc="-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chemeClr val="bg1"/>
                </a:solidFill>
                <a:latin typeface="Calibri"/>
                <a:cs typeface="Calibri"/>
              </a:rPr>
              <a:t>anova</a:t>
            </a:r>
            <a:endParaRPr sz="36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spcBef>
                <a:spcPts val="30"/>
              </a:spcBef>
            </a:pPr>
            <a:endParaRPr sz="2950" dirty="0">
              <a:latin typeface="Calibri"/>
              <a:cs typeface="Calibri"/>
            </a:endParaRPr>
          </a:p>
          <a:p>
            <a:pPr marL="483234">
              <a:tabLst>
                <a:tab pos="2007235" algn="l"/>
              </a:tabLst>
            </a:pP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d.f.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MS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3445" y="1641049"/>
            <a:ext cx="878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f-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ratio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70668" y="1365615"/>
            <a:ext cx="1365251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algn="just"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5%</a:t>
            </a:r>
            <a:r>
              <a:rPr sz="2400" b="1" spc="-1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F-</a:t>
            </a:r>
            <a:endParaRPr sz="2400" dirty="0">
              <a:latin typeface="Calibri"/>
              <a:cs typeface="Calibri"/>
            </a:endParaRPr>
          </a:p>
          <a:p>
            <a:pPr marL="12700" marR="5080" algn="just"/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limi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om 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f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ratio </a:t>
            </a:r>
            <a:r>
              <a:rPr sz="2400" b="1" spc="-5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table)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2740" y="2576321"/>
            <a:ext cx="170433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153670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B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w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n	8 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sample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1376" y="2576321"/>
            <a:ext cx="9918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(3-1)=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5376" y="2576321"/>
            <a:ext cx="908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8/2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9628" y="3307538"/>
            <a:ext cx="10058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4/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6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7=</a:t>
            </a:r>
            <a:endParaRPr sz="24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1.5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24010" y="3673855"/>
            <a:ext cx="894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F(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,9)= 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4.26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2740" y="4007943"/>
            <a:ext cx="96011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Within</a:t>
            </a:r>
            <a:endParaRPr sz="24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mple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26995" y="4007943"/>
            <a:ext cx="333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24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1376" y="4007943"/>
            <a:ext cx="1214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(12-3)</a:t>
            </a:r>
            <a:r>
              <a:rPr sz="24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9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75376" y="4007943"/>
            <a:ext cx="83946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24/9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2.67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2740" y="5440476"/>
            <a:ext cx="643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204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26995" y="5440476"/>
            <a:ext cx="33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32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1376" y="5440476"/>
            <a:ext cx="9912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(12-1)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12700"/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11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E27073-5066-4850-A828-3F55211DB89B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DB2891-AEAC-4E05-9F6D-D3EC714DDCD9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3A39BE-3428-48F6-843F-31C473562CF5}"/>
              </a:ext>
            </a:extLst>
          </p:cNvPr>
          <p:cNvSpPr txBox="1"/>
          <p:nvPr/>
        </p:nvSpPr>
        <p:spPr>
          <a:xfrm>
            <a:off x="490897" y="322032"/>
            <a:ext cx="2889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Example 2 Answers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7700" y="341733"/>
            <a:ext cx="4191000" cy="67762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b="1" spc="-5" dirty="0">
                <a:uFill>
                  <a:solidFill>
                    <a:srgbClr val="C00000"/>
                  </a:solidFill>
                </a:uFill>
              </a:rPr>
              <a:t>Conclusion</a:t>
            </a:r>
            <a:endParaRPr sz="4800" b="1" dirty="0"/>
          </a:p>
        </p:txBody>
      </p:sp>
      <p:sp>
        <p:nvSpPr>
          <p:cNvPr id="31" name="object 31"/>
          <p:cNvSpPr txBox="1"/>
          <p:nvPr/>
        </p:nvSpPr>
        <p:spPr>
          <a:xfrm>
            <a:off x="647700" y="1371600"/>
            <a:ext cx="10896599" cy="41492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380" marR="5080" indent="-361315" algn="just">
              <a:spcBef>
                <a:spcPts val="95"/>
              </a:spcBef>
              <a:buFont typeface="Wingdings"/>
              <a:buChar char=""/>
              <a:tabLst>
                <a:tab pos="374015" algn="l"/>
              </a:tabLst>
            </a:pP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above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table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shows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 the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calculated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 of</a:t>
            </a:r>
            <a:r>
              <a:rPr sz="24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sz="2400" i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1.5 </a:t>
            </a:r>
            <a:r>
              <a:rPr sz="2400" i="1" spc="-6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which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i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0000"/>
                </a:solidFill>
                <a:latin typeface="Calibri"/>
                <a:cs typeface="Calibri"/>
              </a:rPr>
              <a:t>less</a:t>
            </a:r>
            <a:r>
              <a:rPr sz="2400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5" dirty="0">
                <a:solidFill>
                  <a:srgbClr val="FF0000"/>
                </a:solidFill>
                <a:latin typeface="Calibri"/>
                <a:cs typeface="Calibri"/>
              </a:rPr>
              <a:t>table</a:t>
            </a:r>
            <a:r>
              <a:rPr sz="2400" i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400" i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i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4.26</a:t>
            </a:r>
            <a:r>
              <a:rPr sz="2400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5%</a:t>
            </a:r>
            <a:r>
              <a:rPr sz="24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level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endParaRPr sz="2400" dirty="0">
              <a:latin typeface="Calibri"/>
              <a:cs typeface="Calibri"/>
            </a:endParaRPr>
          </a:p>
          <a:p>
            <a:pPr marL="373380" marR="364490" algn="just"/>
            <a:r>
              <a:rPr sz="2400" spc="-70" dirty="0">
                <a:solidFill>
                  <a:srgbClr val="001F5F"/>
                </a:solidFill>
                <a:latin typeface="Calibri"/>
                <a:cs typeface="Calibri"/>
              </a:rPr>
              <a:t>d.f.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being</a:t>
            </a:r>
            <a:r>
              <a:rPr sz="24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v1</a:t>
            </a:r>
            <a:r>
              <a:rPr sz="2400" b="1" i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400" b="1" i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2400" b="1" i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alibri"/>
                <a:cs typeface="Calibri"/>
              </a:rPr>
              <a:t>v2</a:t>
            </a:r>
            <a:r>
              <a:rPr sz="2400" b="1" i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400" b="1" i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9</a:t>
            </a:r>
            <a:r>
              <a:rPr sz="2400" b="1" i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hence could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have</a:t>
            </a:r>
            <a:r>
              <a:rPr sz="2400" i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arisen </a:t>
            </a:r>
            <a:r>
              <a:rPr sz="2400" i="1" spc="-6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1F5F"/>
                </a:solidFill>
                <a:latin typeface="Calibri"/>
                <a:cs typeface="Calibri"/>
              </a:rPr>
              <a:t>due </a:t>
            </a:r>
            <a:r>
              <a:rPr sz="2400" i="1" spc="-20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i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chance.</a:t>
            </a:r>
            <a:endParaRPr sz="2400" dirty="0">
              <a:latin typeface="Calibri"/>
              <a:cs typeface="Calibri"/>
            </a:endParaRPr>
          </a:p>
          <a:p>
            <a:pPr algn="just">
              <a:spcBef>
                <a:spcPts val="5"/>
              </a:spcBef>
            </a:pPr>
            <a:endParaRPr sz="2400" dirty="0">
              <a:latin typeface="Calibri"/>
              <a:cs typeface="Calibri"/>
            </a:endParaRPr>
          </a:p>
          <a:p>
            <a:pPr marL="373380" marR="2016760" indent="-361315" algn="just">
              <a:buFont typeface="Wingdings"/>
              <a:buChar char=""/>
              <a:tabLst>
                <a:tab pos="374015" algn="l"/>
                <a:tab pos="908685" algn="l"/>
              </a:tabLst>
            </a:pPr>
            <a:r>
              <a:rPr sz="2400" i="1" spc="-5" dirty="0">
                <a:solidFill>
                  <a:srgbClr val="001F5F"/>
                </a:solidFill>
                <a:latin typeface="Calibri"/>
                <a:cs typeface="Calibri"/>
              </a:rPr>
              <a:t>This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analysis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supports</a:t>
            </a:r>
            <a:r>
              <a:rPr sz="2400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 null-hypothesis</a:t>
            </a:r>
            <a:r>
              <a:rPr sz="2400" spc="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400" spc="-6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no	</a:t>
            </a:r>
            <a:r>
              <a:rPr sz="2400" spc="-20" dirty="0">
                <a:solidFill>
                  <a:srgbClr val="001F5F"/>
                </a:solidFill>
                <a:latin typeface="Calibri"/>
                <a:cs typeface="Calibri"/>
              </a:rPr>
              <a:t>difference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sample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means.</a:t>
            </a:r>
            <a:endParaRPr sz="2400" dirty="0">
              <a:latin typeface="Calibri"/>
              <a:cs typeface="Calibri"/>
            </a:endParaRPr>
          </a:p>
          <a:p>
            <a:pPr marL="373380" marR="1283970" indent="-361315" algn="just">
              <a:lnSpc>
                <a:spcPts val="4860"/>
              </a:lnSpc>
              <a:spcBef>
                <a:spcPts val="2275"/>
              </a:spcBef>
              <a:buFont typeface="Wingdings"/>
              <a:buChar char=""/>
              <a:tabLst>
                <a:tab pos="374015" algn="l"/>
              </a:tabLst>
            </a:pP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1F5F"/>
                </a:solidFill>
                <a:latin typeface="Calibri"/>
                <a:cs typeface="Calibri"/>
              </a:rPr>
              <a:t>difference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wheat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output</a:t>
            </a:r>
            <a:r>
              <a:rPr sz="24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due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varieties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 is </a:t>
            </a:r>
            <a:r>
              <a:rPr sz="2400" spc="-6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insignificant</a:t>
            </a:r>
            <a:r>
              <a:rPr sz="24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just</a:t>
            </a:r>
            <a:r>
              <a:rPr sz="2400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a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matter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chance.</a:t>
            </a:r>
            <a:endParaRPr sz="2400" dirty="0">
              <a:latin typeface="Calibri"/>
              <a:cs typeface="Calibri"/>
            </a:endParaRPr>
          </a:p>
          <a:p>
            <a:pPr marL="373380" marR="2281555" indent="-361315" algn="just">
              <a:spcBef>
                <a:spcPts val="10"/>
              </a:spcBef>
              <a:buFont typeface="Wingdings"/>
              <a:buChar char=""/>
              <a:tabLst>
                <a:tab pos="374015" algn="l"/>
              </a:tabLst>
            </a:pP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means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varieties</a:t>
            </a:r>
            <a:r>
              <a:rPr sz="24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is not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so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much </a:t>
            </a:r>
            <a:r>
              <a:rPr sz="2400" b="1" spc="-6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differ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each</a:t>
            </a:r>
            <a:r>
              <a:rPr sz="24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other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865BB-2C24-4020-AC55-DAA68413495B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06E972-11D7-4830-8165-584EB521C16B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3C992-B173-4D19-A96F-459110BEE645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752BA5-1F58-440B-974F-B40B09C61D2A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2">
            <a:extLst>
              <a:ext uri="{FF2B5EF4-FFF2-40B4-BE49-F238E27FC236}">
                <a16:creationId xmlns:a16="http://schemas.microsoft.com/office/drawing/2014/main" id="{1EDBC82E-21D2-499B-A223-8BEF633221AE}"/>
              </a:ext>
            </a:extLst>
          </p:cNvPr>
          <p:cNvSpPr txBox="1">
            <a:spLocks/>
          </p:cNvSpPr>
          <p:nvPr/>
        </p:nvSpPr>
        <p:spPr>
          <a:xfrm>
            <a:off x="545984" y="323664"/>
            <a:ext cx="10198217" cy="6228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b="1" spc="-40" dirty="0"/>
              <a:t>Two</a:t>
            </a:r>
            <a:r>
              <a:rPr lang="en-US" b="1" spc="-15" dirty="0"/>
              <a:t>-</a:t>
            </a:r>
            <a:r>
              <a:rPr lang="en-US" b="1" spc="-30" dirty="0"/>
              <a:t>way</a:t>
            </a:r>
            <a:r>
              <a:rPr lang="en-US" b="1" spc="-20" dirty="0"/>
              <a:t> </a:t>
            </a:r>
            <a:r>
              <a:rPr lang="en-US" b="1" spc="-45" dirty="0"/>
              <a:t>ANOVA- without replication formula</a:t>
            </a:r>
          </a:p>
        </p:txBody>
      </p:sp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47D03941-E03F-45DF-A08C-504BFE6E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14633" y="-1762032"/>
            <a:ext cx="5467534" cy="111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06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199" y="987245"/>
            <a:ext cx="11277600" cy="1563377"/>
          </a:xfrm>
          <a:prstGeom prst="rect">
            <a:avLst/>
          </a:prstGeom>
        </p:spPr>
        <p:txBody>
          <a:bodyPr vert="horz" wrap="square" lIns="0" tIns="1206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just">
              <a:spcBef>
                <a:spcPts val="95"/>
              </a:spcBef>
            </a:pPr>
            <a:r>
              <a:rPr sz="2800" b="1" spc="-10" dirty="0"/>
              <a:t>Example</a:t>
            </a:r>
            <a:r>
              <a:rPr sz="2800" b="1" spc="-35" dirty="0"/>
              <a:t> </a:t>
            </a:r>
            <a:r>
              <a:rPr sz="2800" b="1" spc="-5" dirty="0"/>
              <a:t>-</a:t>
            </a:r>
            <a:r>
              <a:rPr lang="en-GB" sz="2800" b="1" spc="-5" dirty="0"/>
              <a:t>1</a:t>
            </a:r>
            <a:r>
              <a:rPr lang="en-US" sz="2800" b="1" spc="-5" dirty="0"/>
              <a:t>     </a:t>
            </a:r>
            <a:r>
              <a:rPr sz="2800" b="1" spc="-15" dirty="0"/>
              <a:t>Set</a:t>
            </a:r>
            <a:r>
              <a:rPr sz="2800" b="1" spc="25" dirty="0"/>
              <a:t> </a:t>
            </a:r>
            <a:r>
              <a:rPr sz="2800" b="1" spc="-5" dirty="0"/>
              <a:t>up</a:t>
            </a:r>
            <a:r>
              <a:rPr sz="2800" b="1" dirty="0"/>
              <a:t> </a:t>
            </a:r>
            <a:r>
              <a:rPr sz="2800" b="1" spc="-5" dirty="0"/>
              <a:t>an</a:t>
            </a:r>
            <a:r>
              <a:rPr sz="2800" b="1" spc="15" dirty="0"/>
              <a:t> </a:t>
            </a:r>
            <a:r>
              <a:rPr sz="2800" b="1" spc="-5" dirty="0"/>
              <a:t>analysis</a:t>
            </a:r>
            <a:r>
              <a:rPr sz="2800" b="1" spc="10" dirty="0"/>
              <a:t> </a:t>
            </a:r>
            <a:r>
              <a:rPr sz="2800" b="1" spc="-5" dirty="0"/>
              <a:t>of</a:t>
            </a:r>
            <a:r>
              <a:rPr sz="2800" b="1" dirty="0"/>
              <a:t> </a:t>
            </a:r>
            <a:r>
              <a:rPr sz="2800" b="1" spc="-10" dirty="0"/>
              <a:t>variance</a:t>
            </a:r>
            <a:r>
              <a:rPr sz="2800" b="1" spc="45" dirty="0"/>
              <a:t> </a:t>
            </a:r>
            <a:r>
              <a:rPr sz="2800" b="1" spc="-10" dirty="0"/>
              <a:t>table</a:t>
            </a:r>
            <a:r>
              <a:rPr sz="2800" b="1" spc="15" dirty="0"/>
              <a:t> </a:t>
            </a:r>
            <a:r>
              <a:rPr sz="2800" b="1" spc="-20" dirty="0"/>
              <a:t>for</a:t>
            </a:r>
            <a:r>
              <a:rPr sz="2800" b="1" spc="10" dirty="0"/>
              <a:t> </a:t>
            </a:r>
            <a:r>
              <a:rPr sz="2800" b="1" spc="-5" dirty="0"/>
              <a:t>the</a:t>
            </a:r>
            <a:r>
              <a:rPr sz="2800" b="1" spc="15" dirty="0"/>
              <a:t> </a:t>
            </a:r>
            <a:r>
              <a:rPr sz="2800" b="1" spc="-10" dirty="0"/>
              <a:t>following</a:t>
            </a:r>
            <a:r>
              <a:rPr sz="2800" b="1" dirty="0"/>
              <a:t> </a:t>
            </a:r>
            <a:r>
              <a:rPr sz="2800" b="1" spc="-15" dirty="0"/>
              <a:t>two- </a:t>
            </a:r>
            <a:r>
              <a:rPr sz="2800" b="1" spc="-615" dirty="0"/>
              <a:t> </a:t>
            </a:r>
            <a:r>
              <a:rPr sz="2800" b="1" spc="-30" dirty="0"/>
              <a:t>way</a:t>
            </a:r>
            <a:r>
              <a:rPr sz="2800" b="1" spc="-5" dirty="0"/>
              <a:t> design</a:t>
            </a:r>
            <a:r>
              <a:rPr sz="2800" b="1" spc="15" dirty="0"/>
              <a:t> </a:t>
            </a:r>
            <a:r>
              <a:rPr sz="2800" b="1" spc="-15" dirty="0"/>
              <a:t>results:</a:t>
            </a:r>
            <a:r>
              <a:rPr lang="en-GB" sz="2800" b="1" spc="-15" dirty="0"/>
              <a:t> Does the varieties of seeds significant to production.  Does the varieties fertilizers significant to production.</a:t>
            </a:r>
            <a:br>
              <a:rPr lang="en-GB" sz="2800" b="1" spc="-15" dirty="0"/>
            </a:br>
            <a:r>
              <a:rPr lang="en-GB" sz="2800" b="1" spc="-15" dirty="0"/>
              <a:t>Assume: Null hypothesis: No significance</a:t>
            </a:r>
            <a:endParaRPr sz="2800" b="1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90618"/>
              </p:ext>
            </p:extLst>
          </p:nvPr>
        </p:nvGraphicFramePr>
        <p:xfrm>
          <a:off x="1905000" y="2550622"/>
          <a:ext cx="8643619" cy="402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90995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sz="2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acre</a:t>
                      </a:r>
                      <a:r>
                        <a:rPr sz="24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production</a:t>
                      </a:r>
                      <a:r>
                        <a:rPr sz="2400" b="1" spc="-3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1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2515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Varieties</a:t>
                      </a:r>
                      <a:r>
                        <a:rPr sz="24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seeds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49">
                <a:tc>
                  <a:txBody>
                    <a:bodyPr/>
                    <a:lstStyle/>
                    <a:p>
                      <a:pPr marL="91440" marR="5918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Varieties</a:t>
                      </a:r>
                      <a:r>
                        <a:rPr sz="2400" b="1" spc="-7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2400" b="1" spc="-5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fertilizers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W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07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0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CAA9F04-03D4-4854-B37D-34D5812B1062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4A1755-F975-42E3-B831-1D4E621900C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2">
            <a:extLst>
              <a:ext uri="{FF2B5EF4-FFF2-40B4-BE49-F238E27FC236}">
                <a16:creationId xmlns:a16="http://schemas.microsoft.com/office/drawing/2014/main" id="{7B79259E-4967-48B2-8570-875230669810}"/>
              </a:ext>
            </a:extLst>
          </p:cNvPr>
          <p:cNvSpPr txBox="1">
            <a:spLocks/>
          </p:cNvSpPr>
          <p:nvPr/>
        </p:nvSpPr>
        <p:spPr>
          <a:xfrm>
            <a:off x="202277" y="262898"/>
            <a:ext cx="10198217" cy="6228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b="1" spc="-40" dirty="0"/>
              <a:t>Two</a:t>
            </a:r>
            <a:r>
              <a:rPr lang="en-US" b="1" spc="-15" dirty="0"/>
              <a:t>-</a:t>
            </a:r>
            <a:r>
              <a:rPr lang="en-US" b="1" spc="-30" dirty="0"/>
              <a:t>way</a:t>
            </a:r>
            <a:r>
              <a:rPr lang="en-US" b="1" spc="-20" dirty="0"/>
              <a:t> </a:t>
            </a:r>
            <a:r>
              <a:rPr lang="en-US" b="1" spc="-45" dirty="0"/>
              <a:t>ANOVA- without replication : Example</a:t>
            </a:r>
          </a:p>
        </p:txBody>
      </p:sp>
    </p:spTree>
    <p:extLst>
      <p:ext uri="{BB962C8B-B14F-4D97-AF65-F5344CB8AC3E}">
        <p14:creationId xmlns:p14="http://schemas.microsoft.com/office/powerpoint/2010/main" val="1236452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" y="466549"/>
            <a:ext cx="6353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1189355" algn="l"/>
              </a:tabLst>
            </a:pPr>
            <a:r>
              <a:rPr sz="2800" b="1" spc="-15" dirty="0">
                <a:latin typeface="Calibri"/>
                <a:cs typeface="Calibri"/>
              </a:rPr>
              <a:t>Step1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:	</a:t>
            </a:r>
            <a:r>
              <a:rPr sz="2800" b="1" spc="-10" dirty="0">
                <a:latin typeface="Calibri"/>
                <a:cs typeface="Calibri"/>
              </a:rPr>
              <a:t>Obtain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total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value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of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individual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000" y="1330959"/>
            <a:ext cx="7467600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94715" algn="l"/>
              </a:tabLst>
            </a:pPr>
            <a:r>
              <a:rPr sz="2800" b="1" spc="-60" dirty="0">
                <a:solidFill>
                  <a:srgbClr val="001F5F"/>
                </a:solidFill>
                <a:latin typeface="Calibri"/>
                <a:cs typeface="Calibri"/>
              </a:rPr>
              <a:t>Total	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sum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individual</a:t>
            </a:r>
            <a:endParaRPr sz="2800" dirty="0">
              <a:latin typeface="Calibri"/>
              <a:cs typeface="Calibri"/>
            </a:endParaRPr>
          </a:p>
          <a:p>
            <a:pPr marL="983615">
              <a:lnSpc>
                <a:spcPts val="3350"/>
              </a:lnSpc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6+7+3+8+5+5+3+7+5+4+3+4</a:t>
            </a:r>
            <a:endParaRPr sz="2800" dirty="0">
              <a:latin typeface="Calibri"/>
              <a:cs typeface="Calibri"/>
            </a:endParaRPr>
          </a:p>
          <a:p>
            <a:pPr marL="1041400">
              <a:lnSpc>
                <a:spcPts val="3829"/>
              </a:lnSpc>
            </a:pPr>
            <a:r>
              <a:rPr sz="3200" b="1" spc="-5" dirty="0">
                <a:solidFill>
                  <a:srgbClr val="001F5F"/>
                </a:solidFill>
                <a:latin typeface="Calibri"/>
                <a:cs typeface="Calibri"/>
              </a:rPr>
              <a:t>=60</a:t>
            </a:r>
            <a:endParaRPr sz="3200" dirty="0">
              <a:latin typeface="Calibri"/>
              <a:cs typeface="Calibri"/>
            </a:endParaRPr>
          </a:p>
          <a:p>
            <a:pPr marL="12700">
              <a:spcBef>
                <a:spcPts val="2420"/>
              </a:spcBef>
              <a:tabLst>
                <a:tab pos="505459" algn="l"/>
                <a:tab pos="1894839" algn="l"/>
                <a:tab pos="2934335" algn="l"/>
                <a:tab pos="3654425" algn="l"/>
                <a:tab pos="4265295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so	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have	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T=</a:t>
            </a:r>
            <a:r>
              <a:rPr sz="28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60	and	n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	12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3429001"/>
            <a:ext cx="9753600" cy="2613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spcBef>
                <a:spcPts val="100"/>
              </a:spcBef>
              <a:tabLst>
                <a:tab pos="1449070" algn="l"/>
                <a:tab pos="1782445" algn="l"/>
                <a:tab pos="3670300" algn="l"/>
              </a:tabLst>
            </a:pP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2	:	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calculate	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correction</a:t>
            </a:r>
            <a:r>
              <a:rPr sz="2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factor</a:t>
            </a:r>
            <a:endParaRPr sz="2800" dirty="0">
              <a:latin typeface="Calibri"/>
              <a:cs typeface="Calibri"/>
            </a:endParaRPr>
          </a:p>
          <a:p>
            <a:pPr marL="63500" marR="30480">
              <a:lnSpc>
                <a:spcPct val="171500"/>
              </a:lnSpc>
              <a:spcBef>
                <a:spcPts val="1964"/>
              </a:spcBef>
              <a:tabLst>
                <a:tab pos="583565" algn="l"/>
              </a:tabLst>
            </a:pP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Correction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factor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Square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total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number</a:t>
            </a:r>
            <a:r>
              <a:rPr sz="28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sample </a:t>
            </a:r>
            <a:r>
              <a:rPr sz="2800" b="1" spc="-6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So	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correction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factor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800" b="1" spc="10" dirty="0" err="1">
                <a:solidFill>
                  <a:srgbClr val="001F5F"/>
                </a:solidFill>
                <a:latin typeface="Calibri"/>
                <a:cs typeface="Calibri"/>
              </a:rPr>
              <a:t>Cx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(T)</a:t>
            </a:r>
            <a:r>
              <a:rPr sz="2800" b="1" spc="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800" b="1" spc="330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/n</a:t>
            </a:r>
            <a:endParaRPr sz="2800" dirty="0">
              <a:latin typeface="Calibri"/>
              <a:cs typeface="Calibri"/>
            </a:endParaRPr>
          </a:p>
          <a:p>
            <a:pPr marL="302260" algn="ctr">
              <a:tabLst>
                <a:tab pos="2138045" algn="l"/>
                <a:tab pos="2477135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60*60/12	=	300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29600" y="1676400"/>
            <a:ext cx="3072130" cy="1138773"/>
          </a:xfrm>
          <a:prstGeom prst="rect">
            <a:avLst/>
          </a:prstGeom>
          <a:solidFill>
            <a:srgbClr val="E7E7E7"/>
          </a:solidFill>
          <a:ln w="127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spcBef>
                <a:spcPts val="240"/>
              </a:spcBef>
            </a:pPr>
            <a:r>
              <a:rPr b="1" spc="-10" dirty="0">
                <a:latin typeface="Calibri"/>
                <a:cs typeface="Calibri"/>
              </a:rPr>
              <a:t>Where</a:t>
            </a:r>
            <a:endParaRPr dirty="0">
              <a:latin typeface="Calibri"/>
              <a:cs typeface="Calibri"/>
            </a:endParaRPr>
          </a:p>
          <a:p>
            <a:pPr marL="511175" marR="675640" indent="-367665"/>
            <a:r>
              <a:rPr b="1" dirty="0">
                <a:latin typeface="Calibri"/>
                <a:cs typeface="Calibri"/>
              </a:rPr>
              <a:t>T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=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sum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all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individual </a:t>
            </a:r>
            <a:r>
              <a:rPr b="1" spc="-39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sample</a:t>
            </a:r>
            <a:endParaRPr dirty="0">
              <a:latin typeface="Calibri"/>
              <a:cs typeface="Calibri"/>
            </a:endParaRPr>
          </a:p>
          <a:p>
            <a:pPr marL="92075">
              <a:spcBef>
                <a:spcPts val="5"/>
              </a:spcBef>
              <a:tabLst>
                <a:tab pos="399415" algn="l"/>
              </a:tabLst>
            </a:pPr>
            <a:r>
              <a:rPr b="1" dirty="0">
                <a:latin typeface="Calibri"/>
                <a:cs typeface="Calibri"/>
              </a:rPr>
              <a:t>N	=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number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sample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86A54-3EB7-47A0-9061-A65B76B5B96E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A4642F-9E94-4242-892D-F497C466D89B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31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1020" y="284146"/>
            <a:ext cx="8610600" cy="690574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tabLst>
                <a:tab pos="1707514" algn="l"/>
                <a:tab pos="2112645" algn="l"/>
              </a:tabLst>
            </a:pPr>
            <a:r>
              <a:rPr sz="4400" spc="-15" dirty="0"/>
              <a:t>Step</a:t>
            </a:r>
            <a:r>
              <a:rPr sz="4400" spc="-5" dirty="0"/>
              <a:t> </a:t>
            </a:r>
            <a:r>
              <a:rPr sz="4400" dirty="0"/>
              <a:t>2	:	</a:t>
            </a:r>
            <a:r>
              <a:rPr sz="4400" spc="-15" dirty="0"/>
              <a:t>calculate</a:t>
            </a:r>
            <a:r>
              <a:rPr sz="4400" spc="-80" dirty="0"/>
              <a:t> </a:t>
            </a:r>
            <a:r>
              <a:rPr sz="4400" spc="-90" dirty="0"/>
              <a:t>Total</a:t>
            </a:r>
            <a:r>
              <a:rPr sz="4400" spc="-30" dirty="0"/>
              <a:t> </a:t>
            </a:r>
            <a:r>
              <a:rPr sz="4400" dirty="0"/>
              <a:t>SS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8200" y="1219200"/>
            <a:ext cx="9052560" cy="330962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>
              <a:spcBef>
                <a:spcPts val="1720"/>
              </a:spcBef>
            </a:pPr>
            <a:r>
              <a:rPr sz="3000" b="1" spc="-60" dirty="0">
                <a:solidFill>
                  <a:srgbClr val="001F5F"/>
                </a:solidFill>
                <a:latin typeface="Calibri"/>
                <a:cs typeface="Calibri"/>
              </a:rPr>
              <a:t>Total</a:t>
            </a:r>
            <a:r>
              <a:rPr sz="3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SS</a:t>
            </a:r>
            <a:r>
              <a:rPr sz="30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30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1F5F"/>
                </a:solidFill>
                <a:latin typeface="Calibri"/>
                <a:cs typeface="Calibri"/>
              </a:rPr>
              <a:t>square 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30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 the </a:t>
            </a:r>
            <a:r>
              <a:rPr sz="3000" b="1" spc="-15" dirty="0">
                <a:solidFill>
                  <a:srgbClr val="001F5F"/>
                </a:solidFill>
                <a:latin typeface="Calibri"/>
                <a:cs typeface="Calibri"/>
              </a:rPr>
              <a:t>items</a:t>
            </a:r>
            <a:r>
              <a:rPr sz="30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30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30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1F5F"/>
                </a:solidFill>
                <a:latin typeface="Calibri"/>
                <a:cs typeface="Calibri"/>
              </a:rPr>
              <a:t>correction</a:t>
            </a:r>
            <a:r>
              <a:rPr sz="30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1F5F"/>
                </a:solidFill>
                <a:latin typeface="Calibri"/>
                <a:cs typeface="Calibri"/>
              </a:rPr>
              <a:t>factor</a:t>
            </a:r>
            <a:endParaRPr sz="3000" dirty="0">
              <a:latin typeface="Calibri"/>
              <a:cs typeface="Calibri"/>
            </a:endParaRPr>
          </a:p>
          <a:p>
            <a:pPr marL="139065">
              <a:spcBef>
                <a:spcPts val="1510"/>
              </a:spcBef>
              <a:tabLst>
                <a:tab pos="6903084" algn="l"/>
              </a:tabLst>
            </a:pP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{(36+25+25+49+25+16+9+9+9+64+49+16)</a:t>
            </a:r>
            <a:r>
              <a:rPr sz="2800" spc="1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–	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(60*60/12)}</a:t>
            </a:r>
            <a:endParaRPr sz="2800" dirty="0">
              <a:latin typeface="Calibri"/>
              <a:cs typeface="Calibri"/>
            </a:endParaRPr>
          </a:p>
          <a:p>
            <a:pPr>
              <a:spcBef>
                <a:spcPts val="35"/>
              </a:spcBef>
            </a:pPr>
            <a:endParaRPr sz="3450" dirty="0">
              <a:latin typeface="Calibri"/>
              <a:cs typeface="Calibri"/>
            </a:endParaRPr>
          </a:p>
          <a:p>
            <a:pPr marL="12700"/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3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332-300</a:t>
            </a:r>
            <a:endParaRPr sz="3200" dirty="0">
              <a:latin typeface="Calibri"/>
              <a:cs typeface="Calibri"/>
            </a:endParaRPr>
          </a:p>
          <a:p>
            <a:pPr>
              <a:spcBef>
                <a:spcPts val="55"/>
              </a:spcBef>
            </a:pPr>
            <a:endParaRPr sz="3100" dirty="0">
              <a:latin typeface="Calibri"/>
              <a:cs typeface="Calibri"/>
            </a:endParaRPr>
          </a:p>
          <a:p>
            <a:pPr marL="104139"/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3200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32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4919657"/>
            <a:ext cx="40081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So</a:t>
            </a:r>
            <a:r>
              <a:rPr sz="3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we</a:t>
            </a:r>
            <a:r>
              <a:rPr sz="3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1F5F"/>
                </a:solidFill>
                <a:latin typeface="Calibri"/>
                <a:cs typeface="Calibri"/>
              </a:rPr>
              <a:t>have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1F5F"/>
                </a:solidFill>
                <a:latin typeface="Calibri"/>
                <a:cs typeface="Calibri"/>
              </a:rPr>
              <a:t>total</a:t>
            </a:r>
            <a:r>
              <a:rPr sz="3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SS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 =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32</a:t>
            </a:r>
            <a:endParaRPr sz="3200" dirty="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071486" y="2605898"/>
          <a:ext cx="3282314" cy="38458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106">
                <a:tc>
                  <a:txBody>
                    <a:bodyPr/>
                    <a:lstStyle/>
                    <a:p>
                      <a:pPr marL="92075" marR="1784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500" b="1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500" b="1" dirty="0">
                          <a:latin typeface="Calibri"/>
                          <a:cs typeface="Calibri"/>
                        </a:rPr>
                        <a:t>dividual  </a:t>
                      </a:r>
                      <a:r>
                        <a:rPr sz="1500" b="1" spc="-5" dirty="0">
                          <a:latin typeface="Calibri"/>
                          <a:cs typeface="Calibri"/>
                        </a:rPr>
                        <a:t>value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b="1" dirty="0">
                          <a:latin typeface="Calibri"/>
                          <a:cs typeface="Calibri"/>
                        </a:rPr>
                        <a:t>squaring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 marR="3606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b="1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500" b="1" spc="-5" dirty="0">
                          <a:latin typeface="Calibri"/>
                          <a:cs typeface="Calibri"/>
                        </a:rPr>
                        <a:t>esu</a:t>
                      </a:r>
                      <a:r>
                        <a:rPr sz="1500" b="1" dirty="0">
                          <a:latin typeface="Calibri"/>
                          <a:cs typeface="Calibri"/>
                        </a:rPr>
                        <a:t>lt</a:t>
                      </a:r>
                      <a:r>
                        <a:rPr sz="15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500" b="1" dirty="0">
                          <a:latin typeface="Calibri"/>
                          <a:cs typeface="Calibri"/>
                        </a:rPr>
                        <a:t>f  squaring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6*6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36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5*5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91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5*5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7*7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49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9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5*5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4*4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16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91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3*3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3*3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9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3*3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71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8*8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64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91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7*7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49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4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4*4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16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F5A71A6-3518-47E1-AFE4-6272F6E7815A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29C0AE-8522-4985-8702-543E2E21E442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335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311550"/>
            <a:ext cx="9890690" cy="4566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tabLst>
                <a:tab pos="1449705" algn="l"/>
              </a:tabLst>
            </a:pPr>
            <a:r>
              <a:rPr sz="3200" spc="-10" dirty="0"/>
              <a:t>Step </a:t>
            </a:r>
            <a:r>
              <a:rPr sz="3200" dirty="0"/>
              <a:t>3</a:t>
            </a:r>
            <a:r>
              <a:rPr sz="3200" spc="-5" dirty="0"/>
              <a:t> </a:t>
            </a:r>
            <a:r>
              <a:rPr sz="3200" dirty="0"/>
              <a:t>:	</a:t>
            </a:r>
            <a:r>
              <a:rPr sz="3200" spc="-10" dirty="0"/>
              <a:t>calculate</a:t>
            </a:r>
            <a:r>
              <a:rPr sz="3200" spc="-45" dirty="0"/>
              <a:t> </a:t>
            </a:r>
            <a:r>
              <a:rPr sz="3200" dirty="0"/>
              <a:t>SS</a:t>
            </a:r>
            <a:r>
              <a:rPr sz="3200" spc="-10" dirty="0"/>
              <a:t> between</a:t>
            </a:r>
            <a:r>
              <a:rPr sz="3200" spc="-20" dirty="0"/>
              <a:t> </a:t>
            </a:r>
            <a:r>
              <a:rPr sz="3200" spc="-5" dirty="0"/>
              <a:t>columns</a:t>
            </a:r>
            <a:r>
              <a:rPr sz="3200" spc="-35" dirty="0"/>
              <a:t> </a:t>
            </a:r>
            <a:r>
              <a:rPr sz="3200" spc="-10" dirty="0"/>
              <a:t>treatment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idx="1"/>
          </p:nvPr>
        </p:nvSpPr>
        <p:spPr>
          <a:xfrm>
            <a:off x="812800" y="2390036"/>
            <a:ext cx="6807200" cy="3280770"/>
          </a:xfrm>
          <a:prstGeom prst="rect">
            <a:avLst/>
          </a:prstGeom>
        </p:spPr>
        <p:txBody>
          <a:bodyPr vert="horz" wrap="square" lIns="0" tIns="1206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69900" marR="5080" indent="-457834">
              <a:spcBef>
                <a:spcPts val="95"/>
              </a:spcBef>
              <a:tabLst>
                <a:tab pos="2895600" algn="l"/>
              </a:tabLst>
            </a:pPr>
            <a:r>
              <a:rPr spc="-5" dirty="0"/>
              <a:t>=</a:t>
            </a:r>
            <a:r>
              <a:rPr spc="10" dirty="0"/>
              <a:t> </a:t>
            </a:r>
            <a:r>
              <a:rPr spc="-5" dirty="0"/>
              <a:t>(24*24/4</a:t>
            </a:r>
            <a:r>
              <a:rPr spc="15" dirty="0"/>
              <a:t> </a:t>
            </a:r>
            <a:r>
              <a:rPr spc="-5" dirty="0"/>
              <a:t>+	20*20/4+16*16/4</a:t>
            </a:r>
            <a:r>
              <a:rPr spc="-60" dirty="0"/>
              <a:t> </a:t>
            </a:r>
            <a:r>
              <a:rPr spc="-5" dirty="0"/>
              <a:t>)</a:t>
            </a:r>
            <a:r>
              <a:rPr spc="-30" dirty="0"/>
              <a:t> </a:t>
            </a:r>
            <a:r>
              <a:rPr spc="-5" dirty="0"/>
              <a:t>– </a:t>
            </a:r>
            <a:r>
              <a:rPr spc="-890" dirty="0"/>
              <a:t> </a:t>
            </a:r>
            <a:r>
              <a:rPr spc="-5" dirty="0"/>
              <a:t>(60*60/12)</a:t>
            </a:r>
          </a:p>
          <a:p>
            <a:pPr>
              <a:spcBef>
                <a:spcPts val="40"/>
              </a:spcBef>
            </a:pPr>
            <a:endParaRPr sz="3900" dirty="0"/>
          </a:p>
          <a:p>
            <a:pPr marL="12700"/>
            <a:r>
              <a:rPr spc="-5" dirty="0"/>
              <a:t>=</a:t>
            </a:r>
            <a:r>
              <a:rPr spc="-15" dirty="0"/>
              <a:t> </a:t>
            </a:r>
            <a:r>
              <a:rPr spc="-5" dirty="0"/>
              <a:t>144</a:t>
            </a:r>
            <a:r>
              <a:rPr spc="-10" dirty="0"/>
              <a:t> +100+60</a:t>
            </a:r>
            <a:r>
              <a:rPr spc="-30" dirty="0"/>
              <a:t> </a:t>
            </a:r>
            <a:r>
              <a:rPr spc="-5" dirty="0"/>
              <a:t>–</a:t>
            </a:r>
            <a:r>
              <a:rPr spc="-15" dirty="0"/>
              <a:t> </a:t>
            </a:r>
            <a:r>
              <a:rPr spc="-5" dirty="0"/>
              <a:t>300</a:t>
            </a:r>
          </a:p>
          <a:p>
            <a:pPr>
              <a:spcBef>
                <a:spcPts val="40"/>
              </a:spcBef>
            </a:pPr>
            <a:endParaRPr sz="3900" dirty="0"/>
          </a:p>
          <a:p>
            <a:pPr marL="127000">
              <a:spcBef>
                <a:spcPts val="5"/>
              </a:spcBef>
            </a:pPr>
            <a:r>
              <a:rPr spc="-10" dirty="0"/>
              <a:t>=8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43000" y="1529998"/>
            <a:ext cx="86487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SS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column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0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sum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all</a:t>
            </a:r>
            <a:r>
              <a:rPr sz="2000" b="1" spc="4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(sqaure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of individual</a:t>
            </a:r>
            <a:r>
              <a:rPr sz="20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column</a:t>
            </a:r>
            <a:r>
              <a:rPr sz="20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sz="20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sample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0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column)</a:t>
            </a:r>
            <a:endParaRPr sz="2000" dirty="0">
              <a:latin typeface="Calibri"/>
              <a:cs typeface="Calibri"/>
            </a:endParaRPr>
          </a:p>
          <a:p>
            <a:pPr marL="2585085"/>
            <a:r>
              <a:rPr sz="2000" b="1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0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correction</a:t>
            </a:r>
            <a:r>
              <a:rPr sz="20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1F5F"/>
                </a:solidFill>
                <a:latin typeface="Calibri"/>
                <a:cs typeface="Calibri"/>
              </a:rPr>
              <a:t>factor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304276" y="2994025"/>
          <a:ext cx="2357120" cy="3041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384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24*24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576/4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71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20*20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400/4=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7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16*16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256/4=60</a:t>
                      </a: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49D0B8C-FDFF-496E-993C-28D2907A66AF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03AC16-2D92-442A-A6AC-37610FA21F74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871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400" y="314638"/>
            <a:ext cx="10744200" cy="5114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tabLst>
                <a:tab pos="1628139" algn="l"/>
              </a:tabLst>
            </a:pPr>
            <a:r>
              <a:rPr sz="3600" spc="-15" dirty="0"/>
              <a:t>Step</a:t>
            </a:r>
            <a:r>
              <a:rPr sz="3600" spc="-5" dirty="0"/>
              <a:t> </a:t>
            </a:r>
            <a:r>
              <a:rPr sz="3600" dirty="0"/>
              <a:t>4</a:t>
            </a:r>
            <a:r>
              <a:rPr sz="3600" spc="5" dirty="0"/>
              <a:t> </a:t>
            </a:r>
            <a:r>
              <a:rPr sz="3600" dirty="0"/>
              <a:t>:	</a:t>
            </a:r>
            <a:r>
              <a:rPr sz="3600" spc="-15" dirty="0"/>
              <a:t>calulate</a:t>
            </a:r>
            <a:r>
              <a:rPr sz="3600" spc="5" dirty="0"/>
              <a:t> </a:t>
            </a:r>
            <a:r>
              <a:rPr sz="3600" dirty="0"/>
              <a:t>SS</a:t>
            </a:r>
            <a:r>
              <a:rPr sz="3600" spc="-5" dirty="0"/>
              <a:t> </a:t>
            </a:r>
            <a:r>
              <a:rPr sz="3600" spc="-15" dirty="0"/>
              <a:t>Between</a:t>
            </a:r>
            <a:r>
              <a:rPr sz="3600" spc="-10" dirty="0"/>
              <a:t> </a:t>
            </a:r>
            <a:r>
              <a:rPr sz="3600" spc="-20" dirty="0"/>
              <a:t>rows</a:t>
            </a:r>
            <a:r>
              <a:rPr sz="3600" spc="-5" dirty="0"/>
              <a:t> </a:t>
            </a:r>
            <a:r>
              <a:rPr sz="3600" spc="-15" dirty="0"/>
              <a:t>treatment</a:t>
            </a:r>
            <a:endParaRPr sz="3600" dirty="0"/>
          </a:p>
        </p:txBody>
      </p:sp>
      <p:sp>
        <p:nvSpPr>
          <p:cNvPr id="11" name="object 11"/>
          <p:cNvSpPr txBox="1"/>
          <p:nvPr/>
        </p:nvSpPr>
        <p:spPr>
          <a:xfrm>
            <a:off x="762000" y="1406842"/>
            <a:ext cx="8963660" cy="368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844039" algn="l"/>
                <a:tab pos="321183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SS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=	sum of all	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square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individual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row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number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sample)</a:t>
            </a:r>
            <a:endParaRPr sz="2400" dirty="0">
              <a:latin typeface="Calibri"/>
              <a:cs typeface="Calibri"/>
            </a:endParaRPr>
          </a:p>
          <a:p>
            <a:pPr marL="1992630"/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correction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factor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25"/>
              </a:spcBef>
            </a:pPr>
            <a:endParaRPr sz="3050" dirty="0">
              <a:latin typeface="Calibri"/>
              <a:cs typeface="Calibri"/>
            </a:endParaRPr>
          </a:p>
          <a:p>
            <a:pPr marL="1853564"/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3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(16*16/3</a:t>
            </a:r>
            <a:r>
              <a:rPr sz="32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3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16*16/3</a:t>
            </a:r>
            <a:r>
              <a:rPr sz="32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+9*9/3)</a:t>
            </a:r>
            <a:endParaRPr sz="3200" dirty="0">
              <a:latin typeface="Calibri"/>
              <a:cs typeface="Calibri"/>
            </a:endParaRPr>
          </a:p>
          <a:p>
            <a:pPr marL="2498090"/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–(60*60/12)</a:t>
            </a:r>
            <a:endParaRPr sz="3200" dirty="0">
              <a:latin typeface="Calibri"/>
              <a:cs typeface="Calibri"/>
            </a:endParaRPr>
          </a:p>
          <a:p>
            <a:pPr marL="1853564"/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85.33</a:t>
            </a:r>
            <a:r>
              <a:rPr sz="32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32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85.33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 +27+120.33</a:t>
            </a:r>
            <a:r>
              <a:rPr sz="3200" spc="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 300</a:t>
            </a:r>
            <a:endParaRPr sz="3200" dirty="0">
              <a:latin typeface="Calibri"/>
              <a:cs typeface="Calibri"/>
            </a:endParaRPr>
          </a:p>
          <a:p>
            <a:pPr marL="1853564"/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32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317.99</a:t>
            </a:r>
            <a:r>
              <a:rPr sz="32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32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300</a:t>
            </a:r>
            <a:endParaRPr sz="3200" dirty="0">
              <a:latin typeface="Calibri"/>
              <a:cs typeface="Calibri"/>
            </a:endParaRPr>
          </a:p>
          <a:p>
            <a:pPr marL="1853564"/>
            <a:r>
              <a:rPr sz="3200" spc="-5" dirty="0">
                <a:solidFill>
                  <a:srgbClr val="001F5F"/>
                </a:solidFill>
                <a:latin typeface="Calibri"/>
                <a:cs typeface="Calibri"/>
              </a:rPr>
              <a:t>=18</a:t>
            </a:r>
            <a:endParaRPr sz="3200" dirty="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007400" y="2819400"/>
          <a:ext cx="2258695" cy="2785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376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16*16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256/3=85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.33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51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16*16</a:t>
                      </a:r>
                    </a:p>
                  </a:txBody>
                  <a:tcPr marL="0" marR="0" marT="43815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256/3=85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.33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4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9*9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81/3=27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86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19*19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361/3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120.33</a:t>
                      </a:r>
                    </a:p>
                  </a:txBody>
                  <a:tcPr marL="0" marR="0" marT="38100" marB="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C7B3086-F293-43DE-9B03-E8F6D54B2271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AC8DB4-2993-4947-9173-8BA09C723BE1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519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314638"/>
            <a:ext cx="7391400" cy="5114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tabLst>
                <a:tab pos="1628139" algn="l"/>
              </a:tabLst>
            </a:pPr>
            <a:r>
              <a:rPr sz="3600" b="1" spc="-15" dirty="0"/>
              <a:t>Step</a:t>
            </a:r>
            <a:r>
              <a:rPr sz="3600" b="1" spc="-5" dirty="0"/>
              <a:t> </a:t>
            </a:r>
            <a:r>
              <a:rPr sz="3600" b="1" dirty="0"/>
              <a:t>5</a:t>
            </a:r>
            <a:r>
              <a:rPr sz="3600" b="1" spc="5" dirty="0"/>
              <a:t> </a:t>
            </a:r>
            <a:r>
              <a:rPr sz="3600" b="1" dirty="0"/>
              <a:t>:	SS</a:t>
            </a:r>
            <a:r>
              <a:rPr sz="3600" b="1" spc="-45" dirty="0"/>
              <a:t> </a:t>
            </a:r>
            <a:r>
              <a:rPr sz="3600" b="1" spc="-10" dirty="0"/>
              <a:t>residual</a:t>
            </a:r>
            <a:r>
              <a:rPr sz="3600" b="1" spc="-35" dirty="0"/>
              <a:t> </a:t>
            </a:r>
            <a:r>
              <a:rPr sz="3600" b="1" dirty="0"/>
              <a:t>or</a:t>
            </a:r>
            <a:r>
              <a:rPr sz="3600" b="1" spc="-20" dirty="0"/>
              <a:t> </a:t>
            </a:r>
            <a:r>
              <a:rPr sz="3600" b="1" spc="-10" dirty="0"/>
              <a:t>error</a:t>
            </a:r>
            <a:endParaRPr sz="3600" b="1" dirty="0"/>
          </a:p>
        </p:txBody>
      </p:sp>
      <p:sp>
        <p:nvSpPr>
          <p:cNvPr id="95" name="object 95"/>
          <p:cNvSpPr txBox="1"/>
          <p:nvPr/>
        </p:nvSpPr>
        <p:spPr>
          <a:xfrm>
            <a:off x="685800" y="1524000"/>
            <a:ext cx="10210799" cy="35473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6445" marR="5080" indent="-1920875">
              <a:lnSpc>
                <a:spcPct val="106100"/>
              </a:lnSpc>
              <a:spcBef>
                <a:spcPts val="100"/>
              </a:spcBef>
              <a:tabLst>
                <a:tab pos="2082800" algn="l"/>
                <a:tab pos="4123690" algn="l"/>
              </a:tabLst>
            </a:pP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SS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residual</a:t>
            </a:r>
            <a:r>
              <a:rPr sz="28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=		</a:t>
            </a:r>
            <a:r>
              <a:rPr sz="2800" spc="-60" dirty="0">
                <a:solidFill>
                  <a:srgbClr val="001F5F"/>
                </a:solidFill>
                <a:latin typeface="Calibri"/>
                <a:cs typeface="Calibri"/>
              </a:rPr>
              <a:t>Total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 SS</a:t>
            </a:r>
            <a:r>
              <a:rPr sz="2800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8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(SS	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between columns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+ </a:t>
            </a:r>
            <a:r>
              <a:rPr sz="2800" spc="-6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SS</a:t>
            </a:r>
            <a:r>
              <a:rPr sz="28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1F5F"/>
                </a:solidFill>
                <a:latin typeface="Calibri"/>
                <a:cs typeface="Calibri"/>
              </a:rPr>
              <a:t>rows)</a:t>
            </a:r>
            <a:endParaRPr sz="2800" dirty="0">
              <a:latin typeface="Calibri"/>
              <a:cs typeface="Calibri"/>
            </a:endParaRPr>
          </a:p>
          <a:p>
            <a:pPr marL="1713230"/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=32</a:t>
            </a: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 (8+18)</a:t>
            </a:r>
            <a:endParaRPr sz="2800" dirty="0">
              <a:latin typeface="Calibri"/>
              <a:cs typeface="Calibri"/>
            </a:endParaRPr>
          </a:p>
          <a:p>
            <a:pPr marL="1713230">
              <a:lnSpc>
                <a:spcPts val="3350"/>
              </a:lnSpc>
            </a:pP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Calibri"/>
                <a:cs typeface="Calibri"/>
              </a:rPr>
              <a:t>6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3829"/>
              </a:lnSpc>
            </a:pP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Step</a:t>
            </a: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find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degree</a:t>
            </a:r>
            <a:r>
              <a:rPr sz="32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freedom</a:t>
            </a:r>
            <a:endParaRPr sz="3200" dirty="0">
              <a:latin typeface="Calibri"/>
              <a:cs typeface="Calibri"/>
            </a:endParaRPr>
          </a:p>
          <a:p>
            <a:pPr marL="12700">
              <a:spcBef>
                <a:spcPts val="15"/>
              </a:spcBef>
            </a:pPr>
            <a:r>
              <a:rPr sz="2800" b="1" spc="-60" dirty="0">
                <a:solidFill>
                  <a:srgbClr val="001F5F"/>
                </a:solidFill>
                <a:latin typeface="Calibri"/>
                <a:cs typeface="Calibri"/>
              </a:rPr>
              <a:t>d.f.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variance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28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columns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(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c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800" b="1" i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1)</a:t>
            </a:r>
            <a:r>
              <a:rPr lang="en-US" sz="2800" b="1" i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800" b="1" i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3-1	=	2</a:t>
            </a:r>
            <a:endParaRPr sz="2800" dirty="0">
              <a:latin typeface="Calibri"/>
              <a:cs typeface="Calibri"/>
            </a:endParaRPr>
          </a:p>
          <a:p>
            <a:pPr marL="93345">
              <a:spcBef>
                <a:spcPts val="5"/>
              </a:spcBef>
            </a:pPr>
            <a:r>
              <a:rPr sz="2800" b="1" spc="-60" dirty="0">
                <a:solidFill>
                  <a:srgbClr val="001F5F"/>
                </a:solidFill>
                <a:latin typeface="Calibri"/>
                <a:cs typeface="Calibri"/>
              </a:rPr>
              <a:t>d.f.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variance</a:t>
            </a:r>
            <a:r>
              <a:rPr sz="28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between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rows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(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r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800" b="1" i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1)</a:t>
            </a:r>
            <a:r>
              <a:rPr lang="en-US" sz="2800" b="1" i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800" b="1" i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4-1	=	3</a:t>
            </a:r>
            <a:endParaRPr sz="2800" dirty="0">
              <a:latin typeface="Calibri"/>
              <a:cs typeface="Calibri"/>
            </a:endParaRPr>
          </a:p>
          <a:p>
            <a:pPr marL="93345"/>
            <a:r>
              <a:rPr sz="2800" b="1" spc="-60" dirty="0">
                <a:solidFill>
                  <a:srgbClr val="001F5F"/>
                </a:solidFill>
                <a:latin typeface="Calibri"/>
                <a:cs typeface="Calibri"/>
              </a:rPr>
              <a:t>d.f.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residual</a:t>
            </a:r>
            <a:r>
              <a:rPr sz="28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variance</a:t>
            </a:r>
            <a:r>
              <a:rPr sz="2800" b="1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(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c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 –</a:t>
            </a:r>
            <a:r>
              <a:rPr sz="2800" b="1" i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1)</a:t>
            </a:r>
            <a:r>
              <a:rPr sz="2800" b="1" i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(r</a:t>
            </a:r>
            <a:r>
              <a:rPr sz="2800" b="1" i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– 1)</a:t>
            </a:r>
            <a:r>
              <a:rPr lang="en-US" sz="2800" b="1" i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800" b="1" i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2*3	=</a:t>
            </a:r>
            <a:r>
              <a:rPr sz="2800" b="1" i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endParaRPr sz="2800" dirty="0">
              <a:latin typeface="Calibri"/>
              <a:cs typeface="Calibri"/>
            </a:endParaRPr>
          </a:p>
          <a:p>
            <a:pPr marL="12700"/>
            <a:r>
              <a:rPr sz="2800" b="1" spc="-60" dirty="0">
                <a:solidFill>
                  <a:srgbClr val="001F5F"/>
                </a:solidFill>
                <a:latin typeface="Calibri"/>
                <a:cs typeface="Calibri"/>
              </a:rPr>
              <a:t>d.f.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for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total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variance</a:t>
            </a:r>
            <a:r>
              <a:rPr sz="28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(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c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r>
              <a:rPr sz="2800" b="1" i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800" b="1" i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1)</a:t>
            </a:r>
            <a:r>
              <a:rPr lang="en-US" sz="2800" b="1" i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 3*4</a:t>
            </a:r>
            <a:r>
              <a:rPr sz="2800" b="1" i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US" sz="2800" b="1" i="1" spc="-5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001F5F"/>
                </a:solidFill>
                <a:latin typeface="Calibri"/>
                <a:cs typeface="Calibri"/>
              </a:rPr>
              <a:t>1</a:t>
            </a:r>
            <a:r>
              <a:rPr lang="en-US" sz="2800" b="1" i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= 12</a:t>
            </a:r>
            <a:r>
              <a:rPr sz="2800" b="1" i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800" b="1" i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sz="2800" b="1" i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Calibri"/>
                <a:cs typeface="Calibri"/>
              </a:rPr>
              <a:t>= </a:t>
            </a:r>
            <a:r>
              <a:rPr sz="2800" b="1" i="1" spc="-10" dirty="0">
                <a:solidFill>
                  <a:srgbClr val="C00000"/>
                </a:solidFill>
                <a:latin typeface="Calibri"/>
                <a:cs typeface="Calibri"/>
              </a:rPr>
              <a:t>11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FAA7D6-C91E-4AA6-8009-D7F3BD70F9BC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0361F9-39E6-4F1C-9202-7F51565CBE89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161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93799"/>
            <a:ext cx="11252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Finally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0097" y="326863"/>
            <a:ext cx="8471805" cy="4566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tabLst>
                <a:tab pos="4403090" algn="l"/>
              </a:tabLst>
            </a:pPr>
            <a:r>
              <a:rPr sz="3200" spc="-10" dirty="0"/>
              <a:t>we</a:t>
            </a:r>
            <a:r>
              <a:rPr sz="3200" dirty="0"/>
              <a:t> </a:t>
            </a:r>
            <a:r>
              <a:rPr sz="3200" spc="-20" dirty="0"/>
              <a:t>have </a:t>
            </a:r>
            <a:r>
              <a:rPr sz="3200" dirty="0"/>
              <a:t>some</a:t>
            </a:r>
            <a:r>
              <a:rPr sz="3200" spc="5" dirty="0"/>
              <a:t> </a:t>
            </a:r>
            <a:r>
              <a:rPr sz="3200" spc="-5" dirty="0"/>
              <a:t>important</a:t>
            </a:r>
            <a:r>
              <a:rPr lang="en-US" sz="3200" spc="-5" dirty="0"/>
              <a:t> </a:t>
            </a:r>
            <a:r>
              <a:rPr sz="3200" spc="-10" dirty="0"/>
              <a:t>quantitative</a:t>
            </a:r>
            <a:r>
              <a:rPr sz="3200" spc="-100" dirty="0"/>
              <a:t> </a:t>
            </a:r>
            <a:r>
              <a:rPr sz="3200" spc="-10" dirty="0"/>
              <a:t>value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8200" y="1676400"/>
          <a:ext cx="9144634" cy="4317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2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68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589280" algn="l"/>
                        </a:tabLst>
                      </a:pP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SS	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column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8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SS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8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SS</a:t>
                      </a:r>
                      <a:r>
                        <a:rPr sz="2800" b="1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residual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8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644525" algn="l"/>
                        </a:tabLst>
                      </a:pPr>
                      <a:r>
                        <a:rPr sz="2800" b="1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d.f	</a:t>
                      </a:r>
                      <a:r>
                        <a:rPr sz="28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variation</a:t>
                      </a: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800" b="1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9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644525" algn="l"/>
                        </a:tabLst>
                      </a:pPr>
                      <a:r>
                        <a:rPr sz="2800" b="1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d.f	</a:t>
                      </a:r>
                      <a:r>
                        <a:rPr sz="28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variation</a:t>
                      </a: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800" b="1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8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d.f</a:t>
                      </a: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residual</a:t>
                      </a:r>
                      <a:r>
                        <a:rPr sz="28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variance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8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  <a:tabLst>
                          <a:tab pos="1149350" algn="l"/>
                        </a:tabLst>
                      </a:pPr>
                      <a:r>
                        <a:rPr sz="2800" b="1" spc="-2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d.f</a:t>
                      </a:r>
                      <a:r>
                        <a:rPr sz="2800" b="1" spc="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for	</a:t>
                      </a:r>
                      <a:r>
                        <a:rPr sz="2800" b="1" spc="-1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variance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E32B94B-ECB7-4F35-AA7B-8384BA2EA4FB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AE1BBC-68D4-4052-8C3D-69805B1B77A1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622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229885"/>
            <a:ext cx="3165602" cy="67762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Conclusion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5800" y="1219200"/>
            <a:ext cx="10591800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380" marR="162560" indent="-361315">
              <a:spcBef>
                <a:spcPts val="95"/>
              </a:spcBef>
              <a:buFont typeface="Wingdings"/>
              <a:buChar char=""/>
              <a:tabLst>
                <a:tab pos="374015" algn="l"/>
                <a:tab pos="7228205" algn="l"/>
                <a:tab pos="8376920" algn="l"/>
              </a:tabLst>
            </a:pP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above</a:t>
            </a:r>
            <a:r>
              <a:rPr sz="24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table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shows</a:t>
            </a:r>
            <a:r>
              <a:rPr sz="24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that</a:t>
            </a:r>
            <a:r>
              <a:rPr sz="24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calculated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of</a:t>
            </a:r>
            <a:r>
              <a:rPr sz="2400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sz="24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is	4 </a:t>
            </a:r>
            <a:r>
              <a:rPr sz="2400" spc="-6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which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less</a:t>
            </a:r>
            <a:r>
              <a:rPr sz="24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than</a:t>
            </a:r>
            <a:r>
              <a:rPr sz="24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table</a:t>
            </a:r>
            <a:r>
              <a:rPr sz="24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5.14</a:t>
            </a:r>
            <a:r>
              <a:rPr sz="2400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5%	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level</a:t>
            </a:r>
            <a:r>
              <a:rPr sz="2400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endParaRPr sz="2400" dirty="0">
              <a:latin typeface="Calibri"/>
              <a:cs typeface="Calibri"/>
            </a:endParaRPr>
          </a:p>
          <a:p>
            <a:pPr marL="373380">
              <a:spcBef>
                <a:spcPts val="5"/>
              </a:spcBef>
              <a:tabLst>
                <a:tab pos="4370705" algn="l"/>
              </a:tabLst>
            </a:pPr>
            <a:r>
              <a:rPr sz="2400" spc="-70" dirty="0">
                <a:solidFill>
                  <a:srgbClr val="001F5F"/>
                </a:solidFill>
                <a:latin typeface="Calibri"/>
                <a:cs typeface="Calibri"/>
              </a:rPr>
              <a:t>d.f.</a:t>
            </a:r>
            <a:r>
              <a:rPr sz="2400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being</a:t>
            </a:r>
            <a:r>
              <a:rPr sz="2400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v1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4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v2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4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6	in</a:t>
            </a:r>
            <a:r>
              <a:rPr sz="24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column</a:t>
            </a:r>
            <a:r>
              <a:rPr sz="24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73380"/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V</a:t>
            </a:r>
            <a:r>
              <a:rPr lang="en-GB" sz="2400" b="1" spc="-10" dirty="0">
                <a:solidFill>
                  <a:srgbClr val="C00000"/>
                </a:solidFill>
                <a:latin typeface="Calibri"/>
                <a:cs typeface="Calibri"/>
              </a:rPr>
              <a:t>arieties </a:t>
            </a:r>
            <a:r>
              <a:rPr lang="en-GB" sz="2400" b="1" dirty="0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lang="en-GB"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GB" sz="2400" b="1" dirty="0">
                <a:solidFill>
                  <a:srgbClr val="C00000"/>
                </a:solidFill>
                <a:latin typeface="Calibri"/>
                <a:cs typeface="Calibri"/>
              </a:rPr>
              <a:t>seeds</a:t>
            </a:r>
            <a:r>
              <a:rPr lang="en-GB"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GB" sz="2400" b="1" spc="-10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lang="en-GB" sz="2400" b="1" spc="-5" dirty="0">
                <a:solidFill>
                  <a:srgbClr val="C00000"/>
                </a:solidFill>
                <a:latin typeface="Calibri"/>
                <a:cs typeface="Calibri"/>
              </a:rPr>
              <a:t> insignificant</a:t>
            </a:r>
            <a:r>
              <a:rPr lang="en-GB"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GB" sz="2400" b="1" spc="-15" dirty="0">
                <a:solidFill>
                  <a:srgbClr val="001F5F"/>
                </a:solidFill>
                <a:latin typeface="Calibri"/>
                <a:cs typeface="Calibri"/>
              </a:rPr>
              <a:t>at</a:t>
            </a:r>
            <a:r>
              <a:rPr lang="en-GB"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5% </a:t>
            </a:r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level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lang="en-GB"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calculated</a:t>
            </a:r>
            <a:r>
              <a:rPr lang="en-GB"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spc="5" dirty="0">
                <a:solidFill>
                  <a:srgbClr val="001F5F"/>
                </a:solidFill>
                <a:latin typeface="Calibri"/>
                <a:cs typeface="Calibri"/>
              </a:rPr>
              <a:t>F- </a:t>
            </a:r>
            <a:r>
              <a:rPr lang="en-GB" sz="2400" b="1" spc="-7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spc="-20" dirty="0">
                <a:solidFill>
                  <a:srgbClr val="001F5F"/>
                </a:solidFill>
                <a:latin typeface="Calibri"/>
                <a:cs typeface="Calibri"/>
              </a:rPr>
              <a:t>ratio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of 4 is less than the </a:t>
            </a:r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table value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5.14. </a:t>
            </a:r>
          </a:p>
          <a:p>
            <a:pPr marL="373380"/>
            <a:endParaRPr lang="en-GB" sz="2400" spc="-5" dirty="0">
              <a:solidFill>
                <a:srgbClr val="001F5F"/>
              </a:solidFill>
              <a:latin typeface="Calibri"/>
              <a:cs typeface="Calibri"/>
            </a:endParaRPr>
          </a:p>
          <a:p>
            <a:pPr marL="373380"/>
            <a:endParaRPr lang="en-IN" sz="2400" spc="-5" dirty="0">
              <a:solidFill>
                <a:srgbClr val="001F5F"/>
              </a:solidFill>
              <a:latin typeface="Calibri"/>
              <a:cs typeface="Calibri"/>
            </a:endParaRPr>
          </a:p>
          <a:p>
            <a:pPr marL="373380"/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sz="2400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rows</a:t>
            </a:r>
            <a:endParaRPr sz="2400" dirty="0">
              <a:latin typeface="Calibri"/>
              <a:cs typeface="Calibri"/>
            </a:endParaRPr>
          </a:p>
          <a:p>
            <a:pPr marL="454659"/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6</a:t>
            </a:r>
            <a:r>
              <a:rPr sz="2400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which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higher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sz="24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alibri"/>
                <a:cs typeface="Calibri"/>
              </a:rPr>
              <a:t>table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 4.76</a:t>
            </a:r>
            <a:r>
              <a:rPr sz="24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a 5%</a:t>
            </a:r>
            <a:r>
              <a:rPr sz="2400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level</a:t>
            </a:r>
            <a:r>
              <a:rPr sz="2400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endParaRPr sz="2400" dirty="0">
              <a:latin typeface="Calibri"/>
              <a:cs typeface="Calibri"/>
            </a:endParaRPr>
          </a:p>
          <a:p>
            <a:pPr marL="373380"/>
            <a:r>
              <a:rPr sz="2400" spc="-40" dirty="0">
                <a:solidFill>
                  <a:srgbClr val="001F5F"/>
                </a:solidFill>
                <a:latin typeface="Calibri"/>
                <a:cs typeface="Calibri"/>
              </a:rPr>
              <a:t>d.f.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Being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v1=3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v2=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1F5F"/>
                </a:solidFill>
                <a:latin typeface="Calibri"/>
                <a:cs typeface="Calibri"/>
              </a:rPr>
              <a:t>6.</a:t>
            </a:r>
            <a:endParaRPr lang="en-GB" sz="2400" spc="-5" dirty="0">
              <a:solidFill>
                <a:srgbClr val="001F5F"/>
              </a:solidFill>
              <a:latin typeface="Calibri"/>
              <a:cs typeface="Calibri"/>
            </a:endParaRPr>
          </a:p>
          <a:p>
            <a:pPr marL="373380"/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V</a:t>
            </a:r>
            <a:r>
              <a:rPr lang="en-GB" sz="2400" b="1" spc="-10" dirty="0">
                <a:solidFill>
                  <a:srgbClr val="C00000"/>
                </a:solidFill>
                <a:latin typeface="Calibri"/>
                <a:cs typeface="Calibri"/>
              </a:rPr>
              <a:t>ariety</a:t>
            </a:r>
            <a:r>
              <a:rPr lang="en-GB"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GB" sz="2400" b="1" spc="-15" dirty="0">
                <a:solidFill>
                  <a:srgbClr val="C00000"/>
                </a:solidFill>
                <a:latin typeface="Calibri"/>
                <a:cs typeface="Calibri"/>
              </a:rPr>
              <a:t>differences</a:t>
            </a:r>
            <a:r>
              <a:rPr lang="en-GB" sz="24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GB" sz="2400" b="1" spc="-5" dirty="0">
                <a:solidFill>
                  <a:srgbClr val="C00000"/>
                </a:solidFill>
                <a:latin typeface="Calibri"/>
                <a:cs typeface="Calibri"/>
              </a:rPr>
              <a:t>concerning</a:t>
            </a:r>
            <a:r>
              <a:rPr lang="en-GB"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GB" sz="2400" b="1" spc="-20" dirty="0">
                <a:solidFill>
                  <a:srgbClr val="C00000"/>
                </a:solidFill>
                <a:latin typeface="Calibri"/>
                <a:cs typeface="Calibri"/>
              </a:rPr>
              <a:t>fertilizers	</a:t>
            </a:r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are 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spc="-5" dirty="0">
                <a:solidFill>
                  <a:srgbClr val="C00000"/>
                </a:solidFill>
                <a:latin typeface="Calibri"/>
                <a:cs typeface="Calibri"/>
              </a:rPr>
              <a:t>significant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as 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the </a:t>
            </a:r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calculated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F </a:t>
            </a:r>
            <a:r>
              <a:rPr lang="en-GB" sz="2400" b="1" spc="-20" dirty="0">
                <a:solidFill>
                  <a:srgbClr val="001F5F"/>
                </a:solidFill>
                <a:latin typeface="Calibri"/>
                <a:cs typeface="Calibri"/>
              </a:rPr>
              <a:t>ratio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of 6 is </a:t>
            </a:r>
            <a:r>
              <a:rPr lang="en-GB" sz="2400" b="1" spc="-15" dirty="0">
                <a:solidFill>
                  <a:srgbClr val="001F5F"/>
                </a:solidFill>
                <a:latin typeface="Calibri"/>
                <a:cs typeface="Calibri"/>
              </a:rPr>
              <a:t>more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than </a:t>
            </a:r>
            <a:r>
              <a:rPr lang="en-GB"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its</a:t>
            </a:r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 table</a:t>
            </a:r>
            <a:r>
              <a:rPr lang="en-GB"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lang="en-GB" sz="2400" b="1" spc="-10" dirty="0">
                <a:solidFill>
                  <a:srgbClr val="001F5F"/>
                </a:solidFill>
                <a:latin typeface="Calibri"/>
                <a:cs typeface="Calibri"/>
              </a:rPr>
              <a:t>value</a:t>
            </a:r>
            <a:r>
              <a:rPr lang="en-GB" sz="2400" b="1" dirty="0">
                <a:solidFill>
                  <a:srgbClr val="001F5F"/>
                </a:solidFill>
                <a:latin typeface="Calibri"/>
                <a:cs typeface="Calibri"/>
              </a:rPr>
              <a:t> of </a:t>
            </a:r>
            <a:r>
              <a:rPr lang="en-GB" sz="2400" b="1" spc="-5" dirty="0">
                <a:solidFill>
                  <a:srgbClr val="001F5F"/>
                </a:solidFill>
                <a:latin typeface="Calibri"/>
                <a:cs typeface="Calibri"/>
              </a:rPr>
              <a:t>4.76.</a:t>
            </a:r>
            <a:endParaRPr lang="en-GB" sz="2400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A4338-783D-4FBA-936D-26876827E8FC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F8573E-1EC9-4F98-A177-F0F2A0356BAB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045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73E054-2B6C-45E2-9FC7-21846C6360D9}"/>
              </a:ext>
            </a:extLst>
          </p:cNvPr>
          <p:cNvSpPr txBox="1">
            <a:spLocks/>
          </p:cNvSpPr>
          <p:nvPr/>
        </p:nvSpPr>
        <p:spPr>
          <a:xfrm>
            <a:off x="545984" y="323664"/>
            <a:ext cx="10198217" cy="622863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b="1" spc="-40" dirty="0"/>
              <a:t>Two</a:t>
            </a:r>
            <a:r>
              <a:rPr lang="en-US" b="1" spc="-15" dirty="0"/>
              <a:t>-</a:t>
            </a:r>
            <a:r>
              <a:rPr lang="en-US" b="1" spc="-30" dirty="0"/>
              <a:t>way</a:t>
            </a:r>
            <a:r>
              <a:rPr lang="en-US" b="1" spc="-20" dirty="0"/>
              <a:t> </a:t>
            </a:r>
            <a:r>
              <a:rPr lang="en-US" b="1" spc="-45" dirty="0"/>
              <a:t>ANOVA- with replication formula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84DFB2-AB24-4F0E-A87C-03193C3EF71F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60F006-898C-49EE-8820-469E9D9B834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77506A7B-E197-449E-A8EA-B7F9C06E8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364918" y="-1454550"/>
            <a:ext cx="5385963" cy="1059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03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3882-78DC-4872-8354-DA8C7D5D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9527"/>
            <a:ext cx="10515600" cy="1325563"/>
          </a:xfrm>
        </p:spPr>
        <p:txBody>
          <a:bodyPr/>
          <a:lstStyle/>
          <a:p>
            <a:r>
              <a:rPr lang="en-GB" b="1" dirty="0"/>
              <a:t>Two-way ANOVA with replication:  Example 1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8F3F83-D6A9-4301-94B6-D13EDD5E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15"/>
          <a:stretch>
            <a:fillRect/>
          </a:stretch>
        </p:blipFill>
        <p:spPr>
          <a:xfrm>
            <a:off x="4191000" y="1575122"/>
            <a:ext cx="6448864" cy="45870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45D295-3AA6-4C1B-BF64-2DDA8A004E7F}"/>
              </a:ext>
            </a:extLst>
          </p:cNvPr>
          <p:cNvSpPr/>
          <p:nvPr/>
        </p:nvSpPr>
        <p:spPr>
          <a:xfrm>
            <a:off x="168812" y="240323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EF15A9-F5C4-4DD9-8538-AB1CB1125A84}"/>
              </a:ext>
            </a:extLst>
          </p:cNvPr>
          <p:cNvCxnSpPr/>
          <p:nvPr/>
        </p:nvCxnSpPr>
        <p:spPr>
          <a:xfrm>
            <a:off x="166467" y="1079491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DA6D8A6-E2F8-4BF5-3B00-C3A0C2454EF6}"/>
              </a:ext>
            </a:extLst>
          </p:cNvPr>
          <p:cNvSpPr txBox="1"/>
          <p:nvPr/>
        </p:nvSpPr>
        <p:spPr>
          <a:xfrm>
            <a:off x="5588000" y="1168557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Consider the following sample of data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56A8195-6C31-400F-9366-3D8CD0CD0F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966" t="5537" r="738" b="71654"/>
          <a:stretch>
            <a:fillRect/>
          </a:stretch>
        </p:blipFill>
        <p:spPr bwMode="auto">
          <a:xfrm>
            <a:off x="288636" y="4903579"/>
            <a:ext cx="3417028" cy="1714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966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B7C3-7E3C-493A-8AB0-C2632F25B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2" y="-26504"/>
            <a:ext cx="10515600" cy="1325563"/>
          </a:xfrm>
        </p:spPr>
        <p:txBody>
          <a:bodyPr/>
          <a:lstStyle/>
          <a:p>
            <a:r>
              <a:rPr lang="en-GB" dirty="0"/>
              <a:t>Example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BC8703-EDDC-4624-A61A-D36FA54A5066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8B740F-F6E7-440D-B79C-309157BE8781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B108F3E9-1FC9-96F1-72D3-0693CE09DF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7" r="31034"/>
          <a:stretch>
            <a:fillRect/>
          </a:stretch>
        </p:blipFill>
        <p:spPr bwMode="auto">
          <a:xfrm>
            <a:off x="2133600" y="1121624"/>
            <a:ext cx="7620000" cy="5050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009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AE2F-79A2-4728-9519-96C344A2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703"/>
            <a:ext cx="10515600" cy="1325563"/>
          </a:xfrm>
        </p:spPr>
        <p:txBody>
          <a:bodyPr/>
          <a:lstStyle/>
          <a:p>
            <a:r>
              <a:rPr lang="en-GB" dirty="0"/>
              <a:t>Example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6053F-2671-4BE6-BE81-5BC5C58AF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077"/>
          <a:stretch/>
        </p:blipFill>
        <p:spPr>
          <a:xfrm>
            <a:off x="838200" y="1211695"/>
            <a:ext cx="10820400" cy="5197474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7A361F-E3DA-4CC8-99A4-0DBC9B5586CB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3B6186-A041-4002-9E2E-4EEC6CD8DC95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5DBC03E-D74D-CF1B-E19F-7AB65F8A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6" t="3199" r="19320" b="30182"/>
          <a:stretch>
            <a:fillRect/>
          </a:stretch>
        </p:blipFill>
        <p:spPr>
          <a:xfrm>
            <a:off x="9228023" y="127566"/>
            <a:ext cx="2659177" cy="10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30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6991-53DD-4939-90EA-E82EFBD7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43803"/>
            <a:ext cx="10515600" cy="1325563"/>
          </a:xfrm>
        </p:spPr>
        <p:txBody>
          <a:bodyPr/>
          <a:lstStyle/>
          <a:p>
            <a:r>
              <a:rPr lang="en-GB" dirty="0"/>
              <a:t>Example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446382-4A14-46E4-B912-FF7A1E126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056" b="3684"/>
          <a:stretch/>
        </p:blipFill>
        <p:spPr>
          <a:xfrm>
            <a:off x="838201" y="1447800"/>
            <a:ext cx="10287000" cy="4419601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C7C901-7989-4CB1-9F3D-9EBA861EF1A4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8FB1AA-4943-401C-9301-4F5B06EFC6CE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830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33D6-40D4-4118-987E-38ADEE43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22" y="-199778"/>
            <a:ext cx="10515600" cy="1325563"/>
          </a:xfrm>
        </p:spPr>
        <p:txBody>
          <a:bodyPr/>
          <a:lstStyle/>
          <a:p>
            <a:r>
              <a:rPr lang="en-GB" dirty="0"/>
              <a:t>Example: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81AF6-E598-4B91-AB9E-C2569066D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7123"/>
          <a:stretch>
            <a:fillRect/>
          </a:stretch>
        </p:blipFill>
        <p:spPr>
          <a:xfrm>
            <a:off x="1295400" y="4613306"/>
            <a:ext cx="10515600" cy="1710014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E45A1D-3CAC-47E5-A4E3-3CB39680D2D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E8AA2-DE6E-4D25-86CC-7B97AD41C793}"/>
              </a:ext>
            </a:extLst>
          </p:cNvPr>
          <p:cNvCxnSpPr/>
          <p:nvPr/>
        </p:nvCxnSpPr>
        <p:spPr>
          <a:xfrm>
            <a:off x="196485" y="762000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846C877-3861-693B-5667-17E870B6E2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725" b="34238"/>
          <a:stretch>
            <a:fillRect/>
          </a:stretch>
        </p:blipFill>
        <p:spPr>
          <a:xfrm>
            <a:off x="1600200" y="838201"/>
            <a:ext cx="8686800" cy="347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3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20622"/>
            <a:ext cx="8531860" cy="566181"/>
          </a:xfrm>
          <a:prstGeom prst="rect">
            <a:avLst/>
          </a:prstGeom>
        </p:spPr>
        <p:txBody>
          <a:bodyPr vert="horz" wrap="square" lIns="0" tIns="1206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60" dirty="0">
                <a:uFill>
                  <a:solidFill>
                    <a:srgbClr val="C00000"/>
                  </a:solidFill>
                </a:uFill>
              </a:rPr>
              <a:t>Two</a:t>
            </a:r>
            <a:r>
              <a:rPr sz="4000" b="1" spc="-1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sz="4000" b="1" spc="-50" dirty="0">
                <a:uFill>
                  <a:solidFill>
                    <a:srgbClr val="C00000"/>
                  </a:solidFill>
                </a:uFill>
              </a:rPr>
              <a:t>way</a:t>
            </a:r>
            <a:r>
              <a:rPr sz="4000" b="1" spc="-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sz="4000" b="1" spc="-20" dirty="0">
                <a:uFill>
                  <a:solidFill>
                    <a:srgbClr val="C00000"/>
                  </a:solidFill>
                </a:uFill>
              </a:rPr>
              <a:t>anova</a:t>
            </a:r>
            <a:r>
              <a:rPr sz="4000" b="1" spc="-10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sz="4000" b="1" spc="-5" dirty="0">
                <a:uFill>
                  <a:solidFill>
                    <a:srgbClr val="C00000"/>
                  </a:solidFill>
                </a:uFill>
              </a:rPr>
              <a:t>with</a:t>
            </a:r>
            <a:r>
              <a:rPr sz="4000" b="1" spc="-20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sz="4000" b="1" spc="-15" dirty="0">
                <a:uFill>
                  <a:solidFill>
                    <a:srgbClr val="C00000"/>
                  </a:solidFill>
                </a:uFill>
              </a:rPr>
              <a:t>replication</a:t>
            </a:r>
            <a:endParaRPr sz="40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219200"/>
            <a:ext cx="108966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sz="3200" b="1" u="heavy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Example</a:t>
            </a:r>
            <a:r>
              <a:rPr sz="3200" b="1" u="heavy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lang="en-GB" sz="3200" b="1" u="heavy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2</a:t>
            </a:r>
            <a:r>
              <a:rPr sz="3200" b="1" u="heavy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: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up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anova</a:t>
            </a:r>
            <a:r>
              <a:rPr sz="24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table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following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information</a:t>
            </a:r>
            <a:r>
              <a:rPr sz="24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relating</a:t>
            </a:r>
            <a:r>
              <a:rPr sz="240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three</a:t>
            </a:r>
            <a:r>
              <a:rPr sz="24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drugs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testing</a:t>
            </a:r>
            <a:r>
              <a:rPr sz="240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judge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 the</a:t>
            </a:r>
            <a:r>
              <a:rPr sz="24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effectiveness</a:t>
            </a:r>
            <a:r>
              <a:rPr sz="240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reducing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blood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pressure</a:t>
            </a:r>
            <a:r>
              <a:rPr sz="24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4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three</a:t>
            </a:r>
            <a:r>
              <a:rPr lang="en-US"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sz="24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groups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people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455510"/>
              </p:ext>
            </p:extLst>
          </p:nvPr>
        </p:nvGraphicFramePr>
        <p:xfrm>
          <a:off x="2667000" y="2509265"/>
          <a:ext cx="8464548" cy="3283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6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5618">
                <a:tc gridSpan="4">
                  <a:txBody>
                    <a:bodyPr/>
                    <a:lstStyle/>
                    <a:p>
                      <a:pPr marL="9359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Drugs</a:t>
                      </a:r>
                      <a:endParaRPr lang="en-GB" sz="2000" b="1" spc="-5" dirty="0">
                        <a:solidFill>
                          <a:srgbClr val="001F5F"/>
                        </a:solidFill>
                        <a:latin typeface="Calibri"/>
                        <a:cs typeface="Calibri"/>
                      </a:endParaRPr>
                    </a:p>
                    <a:p>
                      <a:pPr marL="9359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X	Y	Z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1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1983739" algn="l"/>
                        </a:tabLst>
                      </a:pPr>
                      <a:r>
                        <a:rPr sz="2000" b="1" spc="-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Group</a:t>
                      </a:r>
                      <a:r>
                        <a:rPr sz="2000" b="1" spc="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1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people	</a:t>
                      </a:r>
                      <a:r>
                        <a:rPr lang="en-GB"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     </a:t>
                      </a: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329">
                <a:tc>
                  <a:txBody>
                    <a:bodyPr/>
                    <a:lstStyle/>
                    <a:p>
                      <a:pPr marR="17907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329">
                <a:tc>
                  <a:txBody>
                    <a:bodyPr/>
                    <a:lstStyle/>
                    <a:p>
                      <a:pPr marR="18732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8B1FAE1-DF51-452A-8BF9-C37ED54AF38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8BEBF-1C46-4315-8449-6B48EAF858A5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1371600"/>
            <a:ext cx="8044180" cy="45954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4929505" algn="l"/>
              </a:tabLst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Computation</a:t>
            </a:r>
            <a:r>
              <a:rPr sz="28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two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way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anova	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repeated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values</a:t>
            </a:r>
            <a:endParaRPr sz="2800" dirty="0">
              <a:latin typeface="Calibri"/>
              <a:cs typeface="Calibri"/>
            </a:endParaRPr>
          </a:p>
          <a:p>
            <a:pPr marL="12700">
              <a:spcBef>
                <a:spcPts val="2160"/>
              </a:spcBef>
              <a:tabLst>
                <a:tab pos="1222375" algn="l"/>
                <a:tab pos="2441575" algn="l"/>
              </a:tabLst>
            </a:pP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(i)	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187	, n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= 18</a:t>
            </a:r>
            <a:endParaRPr sz="2800" dirty="0">
              <a:latin typeface="Calibri"/>
              <a:cs typeface="Calibri"/>
            </a:endParaRPr>
          </a:p>
          <a:p>
            <a:pPr>
              <a:spcBef>
                <a:spcPts val="5"/>
              </a:spcBef>
            </a:pPr>
            <a:endParaRPr sz="2750" dirty="0">
              <a:latin typeface="Calibri"/>
              <a:cs typeface="Calibri"/>
            </a:endParaRPr>
          </a:p>
          <a:p>
            <a:pPr marL="12700">
              <a:tabLst>
                <a:tab pos="3848735" algn="l"/>
              </a:tabLst>
            </a:pP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Step</a:t>
            </a:r>
            <a:r>
              <a:rPr sz="28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(ii)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correction</a:t>
            </a:r>
            <a:r>
              <a:rPr sz="28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factor	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187*187</a:t>
            </a:r>
            <a:r>
              <a:rPr sz="2800" b="1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/18</a:t>
            </a:r>
            <a:endParaRPr sz="2800" dirty="0">
              <a:latin typeface="Calibri"/>
              <a:cs typeface="Calibri"/>
            </a:endParaRPr>
          </a:p>
          <a:p>
            <a:pPr marL="1188085" algn="ctr">
              <a:spcBef>
                <a:spcPts val="5"/>
              </a:spcBef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1942.72</a:t>
            </a:r>
            <a:endParaRPr sz="2800" dirty="0">
              <a:latin typeface="Calibri"/>
              <a:cs typeface="Calibri"/>
            </a:endParaRPr>
          </a:p>
          <a:p>
            <a:pPr marL="12700"/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Step(iii)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SS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column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(i.e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sz="28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drugs)</a:t>
            </a:r>
            <a:endParaRPr sz="2800" dirty="0">
              <a:latin typeface="Calibri"/>
              <a:cs typeface="Calibri"/>
            </a:endParaRPr>
          </a:p>
          <a:p>
            <a:pPr marL="2117090" marR="1104265" indent="-403860">
              <a:tabLst>
                <a:tab pos="2052955" algn="l"/>
                <a:tab pos="6822440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	(73*7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3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/6</a:t>
            </a:r>
            <a:r>
              <a:rPr sz="2800" b="1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56*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5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6/6</a:t>
            </a:r>
            <a:r>
              <a:rPr sz="2800" b="1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58*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5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8/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6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-  (187*187/18)</a:t>
            </a:r>
            <a:endParaRPr sz="2800" dirty="0">
              <a:latin typeface="Calibri"/>
              <a:cs typeface="Calibri"/>
            </a:endParaRPr>
          </a:p>
          <a:p>
            <a:pPr marL="1794510"/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888.16</a:t>
            </a:r>
            <a:r>
              <a:rPr sz="2800" b="1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522.66</a:t>
            </a:r>
            <a:r>
              <a:rPr sz="2800" b="1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560.67</a:t>
            </a:r>
            <a:r>
              <a:rPr sz="2800" b="1" spc="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-1942.72</a:t>
            </a:r>
            <a:endParaRPr sz="2800" dirty="0">
              <a:latin typeface="Calibri"/>
              <a:cs typeface="Calibri"/>
            </a:endParaRPr>
          </a:p>
          <a:p>
            <a:pPr marL="1794510"/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28.77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D6399-EE53-45AA-BCFD-02D0671C8E33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ADF427-C450-403F-A54C-14EEF7A07BC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140" y="1361383"/>
            <a:ext cx="10058400" cy="789062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5"/>
              </a:spcBef>
              <a:tabLst>
                <a:tab pos="3649979" algn="l"/>
              </a:tabLst>
            </a:pPr>
            <a:r>
              <a:rPr sz="2800" b="1" spc="-10" dirty="0"/>
              <a:t>Step</a:t>
            </a:r>
            <a:r>
              <a:rPr sz="2800" b="1" spc="-5" dirty="0"/>
              <a:t> </a:t>
            </a:r>
            <a:r>
              <a:rPr sz="2800" b="1" dirty="0"/>
              <a:t>(iii)</a:t>
            </a:r>
            <a:r>
              <a:rPr sz="2800" b="1" spc="10" dirty="0"/>
              <a:t> </a:t>
            </a:r>
            <a:r>
              <a:rPr sz="2800" b="1" spc="-5" dirty="0"/>
              <a:t>SS</a:t>
            </a:r>
            <a:r>
              <a:rPr sz="2800" b="1" spc="10" dirty="0"/>
              <a:t> </a:t>
            </a:r>
            <a:r>
              <a:rPr sz="2800" b="1" spc="-15" dirty="0"/>
              <a:t>between</a:t>
            </a:r>
            <a:r>
              <a:rPr lang="en-GB" sz="2800" b="1" spc="-15" dirty="0"/>
              <a:t> </a:t>
            </a:r>
            <a:r>
              <a:rPr sz="2800" b="1" spc="-15" dirty="0"/>
              <a:t>rows</a:t>
            </a:r>
            <a:r>
              <a:rPr sz="2800" b="1" spc="-35" dirty="0"/>
              <a:t> </a:t>
            </a:r>
            <a:r>
              <a:rPr sz="2800" b="1" dirty="0"/>
              <a:t>(i.e</a:t>
            </a:r>
            <a:r>
              <a:rPr sz="2800" b="1" spc="-20" dirty="0"/>
              <a:t> </a:t>
            </a:r>
            <a:r>
              <a:rPr sz="2800" b="1" spc="-10" dirty="0"/>
              <a:t>between</a:t>
            </a:r>
            <a:r>
              <a:rPr sz="2800" b="1" spc="-25" dirty="0"/>
              <a:t> </a:t>
            </a:r>
            <a:r>
              <a:rPr sz="2800" b="1" dirty="0"/>
              <a:t>people)</a:t>
            </a:r>
          </a:p>
          <a:p>
            <a:pPr marL="2131060" marR="186690" indent="-93345"/>
            <a:r>
              <a:rPr sz="2800" dirty="0">
                <a:solidFill>
                  <a:srgbClr val="001F5F"/>
                </a:solidFill>
              </a:rPr>
              <a:t>= (70*70/6 + </a:t>
            </a:r>
            <a:r>
              <a:rPr sz="2800" spc="-5" dirty="0">
                <a:solidFill>
                  <a:srgbClr val="001F5F"/>
                </a:solidFill>
              </a:rPr>
              <a:t>59*59/6 </a:t>
            </a:r>
            <a:r>
              <a:rPr sz="2800" dirty="0">
                <a:solidFill>
                  <a:srgbClr val="001F5F"/>
                </a:solidFill>
              </a:rPr>
              <a:t>+ 58*58/6) – </a:t>
            </a:r>
            <a:r>
              <a:rPr sz="2800" spc="-710" dirty="0">
                <a:solidFill>
                  <a:srgbClr val="001F5F"/>
                </a:solidFill>
              </a:rPr>
              <a:t> </a:t>
            </a:r>
            <a:r>
              <a:rPr sz="2800" spc="-5" dirty="0">
                <a:solidFill>
                  <a:srgbClr val="001F5F"/>
                </a:solidFill>
              </a:rPr>
              <a:t>(187*187/18)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590800"/>
            <a:ext cx="9047480" cy="2968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3110">
              <a:spcBef>
                <a:spcPts val="105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=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816.67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 580.16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+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560.67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1942.72</a:t>
            </a:r>
            <a:endParaRPr sz="2400" dirty="0">
              <a:latin typeface="Calibri"/>
              <a:cs typeface="Calibri"/>
            </a:endParaRPr>
          </a:p>
          <a:p>
            <a:pPr marL="2023110"/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14.78</a:t>
            </a:r>
            <a:endParaRPr sz="2400" dirty="0">
              <a:latin typeface="Calibri"/>
              <a:cs typeface="Calibri"/>
            </a:endParaRPr>
          </a:p>
          <a:p>
            <a:pPr marL="88900">
              <a:spcBef>
                <a:spcPts val="5"/>
              </a:spcBef>
              <a:tabLst>
                <a:tab pos="3638550" algn="l"/>
              </a:tabLst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Step(iv)</a:t>
            </a:r>
            <a:r>
              <a:rPr sz="240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r>
              <a:rPr sz="24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SS</a:t>
            </a:r>
            <a:r>
              <a:rPr sz="24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={(14)</a:t>
            </a:r>
            <a:r>
              <a:rPr sz="2400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(15)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30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(12)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5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(11)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30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+(10)</a:t>
            </a:r>
            <a:r>
              <a:rPr sz="2400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67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(11)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5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endParaRPr sz="2400" dirty="0">
              <a:latin typeface="Calibri"/>
              <a:cs typeface="Calibri"/>
            </a:endParaRPr>
          </a:p>
          <a:p>
            <a:pPr marL="2518410">
              <a:tabLst>
                <a:tab pos="4248150" algn="l"/>
                <a:tab pos="7101205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(10)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45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(9)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(7)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5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(8)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5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(11)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(11)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07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endParaRPr sz="2400" dirty="0">
              <a:latin typeface="Calibri"/>
              <a:cs typeface="Calibri"/>
            </a:endParaRPr>
          </a:p>
          <a:p>
            <a:pPr marL="2599055" marR="454659">
              <a:tabLst>
                <a:tab pos="5554345" algn="l"/>
                <a:tab pos="6680834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(11)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59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(11)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67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(10)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(11)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(8)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2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(7)</a:t>
            </a:r>
            <a:r>
              <a:rPr sz="2400" b="1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400" b="1" spc="32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– </a:t>
            </a:r>
            <a:r>
              <a:rPr sz="2400" b="1" spc="-6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(187*187/18)</a:t>
            </a:r>
            <a:endParaRPr sz="2400" dirty="0">
              <a:latin typeface="Calibri"/>
              <a:cs typeface="Calibri"/>
            </a:endParaRPr>
          </a:p>
          <a:p>
            <a:pPr marL="2274570"/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2019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-1942.72</a:t>
            </a:r>
            <a:endParaRPr sz="2400" dirty="0">
              <a:latin typeface="Calibri"/>
              <a:cs typeface="Calibri"/>
            </a:endParaRPr>
          </a:p>
          <a:p>
            <a:pPr marL="2248535"/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76.28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50D5E-4B22-42B9-86A4-D2A71F30DEA0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8B4D2C-2BE0-475B-B690-409721AFB92D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99355"/>
            <a:ext cx="8305800" cy="5114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  <a:tabLst>
                <a:tab pos="1062990" algn="l"/>
                <a:tab pos="2308225" algn="l"/>
              </a:tabLst>
            </a:pPr>
            <a:r>
              <a:rPr sz="3600" b="1" spc="-15" dirty="0"/>
              <a:t>Step	</a:t>
            </a:r>
            <a:r>
              <a:rPr sz="3600" b="1" dirty="0"/>
              <a:t>(v)</a:t>
            </a:r>
            <a:r>
              <a:rPr sz="3600" b="1" spc="-5" dirty="0"/>
              <a:t> </a:t>
            </a:r>
            <a:r>
              <a:rPr sz="3600" b="1" dirty="0"/>
              <a:t>SS	</a:t>
            </a:r>
            <a:r>
              <a:rPr sz="3600" b="1" spc="-5" dirty="0"/>
              <a:t>within</a:t>
            </a:r>
            <a:r>
              <a:rPr sz="3600" b="1" spc="-75" dirty="0"/>
              <a:t> </a:t>
            </a:r>
            <a:r>
              <a:rPr sz="3600" b="1" dirty="0"/>
              <a:t>samples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5855" y="1608250"/>
            <a:ext cx="3547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spcBef>
                <a:spcPts val="95"/>
              </a:spcBef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 (14-14.5)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90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(15-14.5)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 sz="2775" baseline="25525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3600" y="1566864"/>
            <a:ext cx="3482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spcBef>
                <a:spcPts val="95"/>
              </a:spcBef>
              <a:tabLst>
                <a:tab pos="387985" algn="l"/>
                <a:tab pos="1823085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	(10-9.5)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(9-9.5)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5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7400" y="2206942"/>
            <a:ext cx="7245350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490">
              <a:spcBef>
                <a:spcPts val="95"/>
              </a:spcBef>
              <a:tabLst>
                <a:tab pos="3092450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(11-11)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412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(11-11)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(12-11.5)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97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+(11-11.5)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97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endParaRPr sz="2800" dirty="0">
              <a:latin typeface="Calibri"/>
              <a:cs typeface="Calibri"/>
            </a:endParaRPr>
          </a:p>
          <a:p>
            <a:pPr marL="237490">
              <a:tabLst>
                <a:tab pos="4875530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(7-7.5)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405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(8-7.5)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405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(10</a:t>
            </a:r>
            <a:r>
              <a:rPr sz="2800" b="1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-10.5</a:t>
            </a:r>
            <a:r>
              <a:rPr sz="2800" b="1" spc="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2775" b="1" spc="7" baseline="25525" dirty="0">
                <a:solidFill>
                  <a:srgbClr val="001F5F"/>
                </a:solidFill>
                <a:latin typeface="Calibri"/>
                <a:cs typeface="Calibri"/>
              </a:rPr>
              <a:t>2	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(11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– 10.5</a:t>
            </a:r>
            <a:r>
              <a:rPr sz="28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2775" b="1" spc="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00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endParaRPr sz="2800" dirty="0">
              <a:latin typeface="Calibri"/>
              <a:cs typeface="Calibri"/>
            </a:endParaRPr>
          </a:p>
          <a:p>
            <a:pPr marL="156845">
              <a:spcBef>
                <a:spcPts val="5"/>
              </a:spcBef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10-</a:t>
            </a:r>
            <a:r>
              <a:rPr sz="2800" b="1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10.5)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75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(11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-10.5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2775" b="1" spc="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37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 (11</a:t>
            </a:r>
            <a:r>
              <a:rPr sz="2800" b="1" spc="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-11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775" b="1" spc="15" baseline="25525" dirty="0">
                <a:solidFill>
                  <a:srgbClr val="001F5F"/>
                </a:solidFill>
                <a:latin typeface="Calibri"/>
                <a:cs typeface="Calibri"/>
              </a:rPr>
              <a:t>)2</a:t>
            </a:r>
            <a:r>
              <a:rPr sz="2775" b="1" spc="345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 (11-</a:t>
            </a:r>
            <a:r>
              <a:rPr sz="2800" b="1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11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2775" b="1" spc="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 sz="2775" baseline="25525" dirty="0">
              <a:latin typeface="Calibri"/>
              <a:cs typeface="Calibri"/>
            </a:endParaRPr>
          </a:p>
          <a:p>
            <a:pPr marL="76200"/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(8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7.5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)</a:t>
            </a:r>
            <a:r>
              <a:rPr sz="2775" b="1" spc="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sz="2775" b="1" spc="307" baseline="255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(7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7.5)</a:t>
            </a:r>
            <a:r>
              <a:rPr sz="2775" b="1" spc="-7" baseline="25525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r>
              <a:rPr lang="en-US" sz="2775" baseline="25525" dirty="0"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3.50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9812" y="4130632"/>
            <a:ext cx="8485188" cy="149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20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r>
              <a:rPr sz="4000" b="1" spc="-5" dirty="0">
                <a:solidFill>
                  <a:srgbClr val="FF0000"/>
                </a:solidFill>
                <a:latin typeface="Calibri"/>
                <a:cs typeface="Calibri"/>
              </a:rPr>
              <a:t> (vi)</a:t>
            </a:r>
            <a:r>
              <a:rPr sz="4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Calibri"/>
                <a:cs typeface="Calibri"/>
              </a:rPr>
              <a:t>SS</a:t>
            </a:r>
            <a:r>
              <a:rPr sz="4000" b="1" spc="-25" dirty="0">
                <a:solidFill>
                  <a:srgbClr val="FF0000"/>
                </a:solidFill>
                <a:latin typeface="Calibri"/>
                <a:cs typeface="Calibri"/>
              </a:rPr>
              <a:t> for</a:t>
            </a:r>
            <a:r>
              <a:rPr sz="4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FF0000"/>
                </a:solidFill>
                <a:latin typeface="Calibri"/>
                <a:cs typeface="Calibri"/>
              </a:rPr>
              <a:t>interaction</a:t>
            </a:r>
            <a:endParaRPr sz="4000" dirty="0">
              <a:latin typeface="Calibri"/>
              <a:cs typeface="Calibri"/>
            </a:endParaRPr>
          </a:p>
          <a:p>
            <a:pPr marL="1469390">
              <a:spcBef>
                <a:spcPts val="3435"/>
              </a:spcBef>
              <a:tabLst>
                <a:tab pos="2790825" algn="l"/>
                <a:tab pos="3062605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76.28	-	[28.77</a:t>
            </a:r>
            <a:r>
              <a:rPr sz="2800" b="1" spc="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14.78</a:t>
            </a:r>
            <a:r>
              <a:rPr sz="2800" b="1" spc="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3.50]</a:t>
            </a:r>
            <a:r>
              <a:rPr lang="en-US" sz="2800" b="1" spc="-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29.23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317AA-5F72-457E-947F-A878E58A1B6E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DEFB7D-6591-4A29-8DEC-B7A7B0D8A8C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779398"/>
            <a:ext cx="0" cy="6080760"/>
          </a:xfrm>
          <a:custGeom>
            <a:avLst/>
            <a:gdLst/>
            <a:ahLst/>
            <a:cxnLst/>
            <a:rect l="l" t="t" r="r" b="b"/>
            <a:pathLst>
              <a:path h="6080759">
                <a:moveTo>
                  <a:pt x="0" y="0"/>
                </a:moveTo>
                <a:lnTo>
                  <a:pt x="0" y="608066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0" y="779398"/>
            <a:ext cx="0" cy="6080760"/>
          </a:xfrm>
          <a:custGeom>
            <a:avLst/>
            <a:gdLst/>
            <a:ahLst/>
            <a:cxnLst/>
            <a:rect l="l" t="t" r="r" b="b"/>
            <a:pathLst>
              <a:path h="6080759">
                <a:moveTo>
                  <a:pt x="0" y="0"/>
                </a:moveTo>
                <a:lnTo>
                  <a:pt x="0" y="608066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6000" y="779398"/>
            <a:ext cx="0" cy="6080760"/>
          </a:xfrm>
          <a:custGeom>
            <a:avLst/>
            <a:gdLst/>
            <a:ahLst/>
            <a:cxnLst/>
            <a:rect l="l" t="t" r="r" b="b"/>
            <a:pathLst>
              <a:path h="6080759">
                <a:moveTo>
                  <a:pt x="0" y="0"/>
                </a:moveTo>
                <a:lnTo>
                  <a:pt x="0" y="608066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0" y="779398"/>
            <a:ext cx="0" cy="6080760"/>
          </a:xfrm>
          <a:custGeom>
            <a:avLst/>
            <a:gdLst/>
            <a:ahLst/>
            <a:cxnLst/>
            <a:rect l="l" t="t" r="r" b="b"/>
            <a:pathLst>
              <a:path h="6080759">
                <a:moveTo>
                  <a:pt x="0" y="0"/>
                </a:moveTo>
                <a:lnTo>
                  <a:pt x="0" y="608066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597025" y="792437"/>
            <a:ext cx="9156700" cy="6078602"/>
            <a:chOff x="-6350" y="779398"/>
            <a:chExt cx="9156700" cy="6080760"/>
          </a:xfrm>
        </p:grpSpPr>
        <p:sp>
          <p:nvSpPr>
            <p:cNvPr id="7" name="object 7"/>
            <p:cNvSpPr/>
            <p:nvPr/>
          </p:nvSpPr>
          <p:spPr>
            <a:xfrm>
              <a:off x="7620000" y="779398"/>
              <a:ext cx="0" cy="6080760"/>
            </a:xfrm>
            <a:custGeom>
              <a:avLst/>
              <a:gdLst/>
              <a:ahLst/>
              <a:cxnLst/>
              <a:rect l="l" t="t" r="r" b="b"/>
              <a:pathLst>
                <a:path h="6080759">
                  <a:moveTo>
                    <a:pt x="0" y="0"/>
                  </a:moveTo>
                  <a:lnTo>
                    <a:pt x="0" y="608066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602358"/>
              <a:ext cx="9144000" cy="4591050"/>
            </a:xfrm>
            <a:custGeom>
              <a:avLst/>
              <a:gdLst/>
              <a:ahLst/>
              <a:cxnLst/>
              <a:rect l="l" t="t" r="r" b="b"/>
              <a:pathLst>
                <a:path w="9144000" h="4591050">
                  <a:moveTo>
                    <a:pt x="9144000" y="4578235"/>
                  </a:moveTo>
                  <a:lnTo>
                    <a:pt x="0" y="4578235"/>
                  </a:lnTo>
                  <a:lnTo>
                    <a:pt x="0" y="4590935"/>
                  </a:lnTo>
                  <a:lnTo>
                    <a:pt x="9144000" y="4590935"/>
                  </a:lnTo>
                  <a:lnTo>
                    <a:pt x="9144000" y="4578235"/>
                  </a:lnTo>
                  <a:close/>
                </a:path>
                <a:path w="9144000" h="4591050">
                  <a:moveTo>
                    <a:pt x="9144000" y="3389503"/>
                  </a:moveTo>
                  <a:lnTo>
                    <a:pt x="0" y="3389503"/>
                  </a:lnTo>
                  <a:lnTo>
                    <a:pt x="0" y="3402203"/>
                  </a:lnTo>
                  <a:lnTo>
                    <a:pt x="9144000" y="3402203"/>
                  </a:lnTo>
                  <a:lnTo>
                    <a:pt x="9144000" y="3389503"/>
                  </a:lnTo>
                  <a:close/>
                </a:path>
                <a:path w="9144000" h="4591050">
                  <a:moveTo>
                    <a:pt x="9144000" y="2377440"/>
                  </a:moveTo>
                  <a:lnTo>
                    <a:pt x="0" y="2377440"/>
                  </a:lnTo>
                  <a:lnTo>
                    <a:pt x="0" y="2390140"/>
                  </a:lnTo>
                  <a:lnTo>
                    <a:pt x="9144000" y="2390140"/>
                  </a:lnTo>
                  <a:lnTo>
                    <a:pt x="9144000" y="2377440"/>
                  </a:lnTo>
                  <a:close/>
                </a:path>
                <a:path w="9144000" h="4591050">
                  <a:moveTo>
                    <a:pt x="9144000" y="1188720"/>
                  </a:moveTo>
                  <a:lnTo>
                    <a:pt x="0" y="1188720"/>
                  </a:lnTo>
                  <a:lnTo>
                    <a:pt x="0" y="1201420"/>
                  </a:lnTo>
                  <a:lnTo>
                    <a:pt x="9144000" y="1201420"/>
                  </a:lnTo>
                  <a:lnTo>
                    <a:pt x="9144000" y="1188720"/>
                  </a:lnTo>
                  <a:close/>
                </a:path>
                <a:path w="9144000" h="4591050">
                  <a:moveTo>
                    <a:pt x="9144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779398"/>
              <a:ext cx="9144000" cy="6080760"/>
            </a:xfrm>
            <a:custGeom>
              <a:avLst/>
              <a:gdLst/>
              <a:ahLst/>
              <a:cxnLst/>
              <a:rect l="l" t="t" r="r" b="b"/>
              <a:pathLst>
                <a:path w="9144000" h="6080759">
                  <a:moveTo>
                    <a:pt x="0" y="0"/>
                  </a:moveTo>
                  <a:lnTo>
                    <a:pt x="0" y="6080666"/>
                  </a:lnTo>
                </a:path>
                <a:path w="9144000" h="6080759">
                  <a:moveTo>
                    <a:pt x="9144000" y="0"/>
                  </a:moveTo>
                  <a:lnTo>
                    <a:pt x="9144000" y="608066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779398"/>
              <a:ext cx="9144000" cy="6078855"/>
            </a:xfrm>
            <a:custGeom>
              <a:avLst/>
              <a:gdLst/>
              <a:ahLst/>
              <a:cxnLst/>
              <a:rect l="l" t="t" r="r" b="b"/>
              <a:pathLst>
                <a:path w="9144000" h="6078855">
                  <a:moveTo>
                    <a:pt x="9144000" y="6067971"/>
                  </a:moveTo>
                  <a:lnTo>
                    <a:pt x="0" y="6067971"/>
                  </a:lnTo>
                  <a:lnTo>
                    <a:pt x="0" y="6078601"/>
                  </a:lnTo>
                  <a:lnTo>
                    <a:pt x="9144000" y="6078601"/>
                  </a:lnTo>
                  <a:lnTo>
                    <a:pt x="9144000" y="6067971"/>
                  </a:lnTo>
                  <a:close/>
                </a:path>
                <a:path w="9144000" h="6078855">
                  <a:moveTo>
                    <a:pt x="91440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2740" y="799338"/>
            <a:ext cx="1839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153670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u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c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of	</a:t>
            </a:r>
            <a:r>
              <a:rPr sz="2400" b="1" spc="5" dirty="0">
                <a:solidFill>
                  <a:srgbClr val="001F5F"/>
                </a:solidFill>
                <a:latin typeface="Calibri"/>
                <a:cs typeface="Calibri"/>
              </a:rPr>
              <a:t>SS 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variation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99629" y="799338"/>
            <a:ext cx="852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24009" y="799338"/>
            <a:ext cx="8299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5%</a:t>
            </a: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–</a:t>
            </a:r>
            <a:endParaRPr sz="2400">
              <a:latin typeface="Calibri"/>
              <a:cs typeface="Calibri"/>
            </a:endParaRPr>
          </a:p>
          <a:p>
            <a:pPr marL="12700"/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limit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2739" y="1626871"/>
            <a:ext cx="10845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Between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c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ol</a:t>
            </a:r>
            <a:r>
              <a:rPr b="1" spc="5" dirty="0">
                <a:solidFill>
                  <a:srgbClr val="001F5F"/>
                </a:solidFill>
                <a:latin typeface="Calibri"/>
                <a:cs typeface="Calibri"/>
              </a:rPr>
              <a:t>u</a:t>
            </a: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m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n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(i.e  </a:t>
            </a: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between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drugs)</a:t>
            </a:r>
            <a:endParaRPr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6994" y="1626870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28.77</a:t>
            </a:r>
            <a:endParaRPr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1375" y="1626870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(3-1)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5375" y="1626871"/>
            <a:ext cx="8318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28.77/2</a:t>
            </a:r>
            <a:endParaRPr>
              <a:latin typeface="Calibri"/>
              <a:cs typeface="Calibri"/>
            </a:endParaRPr>
          </a:p>
          <a:p>
            <a:pPr marL="12700"/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14.385</a:t>
            </a:r>
            <a:endParaRPr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99628" y="1626871"/>
            <a:ext cx="1341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14.385/</a:t>
            </a:r>
            <a:r>
              <a:rPr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0.389</a:t>
            </a:r>
            <a:endParaRPr>
              <a:latin typeface="Calibri"/>
              <a:cs typeface="Calibri"/>
            </a:endParaRPr>
          </a:p>
          <a:p>
            <a:pPr marL="12700"/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36.9</a:t>
            </a:r>
            <a:endParaRPr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24009" y="1626870"/>
            <a:ext cx="124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(2,9)</a:t>
            </a:r>
            <a:r>
              <a:rPr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4.26</a:t>
            </a:r>
            <a:endParaRPr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2740" y="2815845"/>
            <a:ext cx="8705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B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w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een  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rows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(i.e </a:t>
            </a:r>
            <a:r>
              <a:rPr b="1" spc="-3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bet</a:t>
            </a:r>
            <a:r>
              <a:rPr b="1" spc="-15" dirty="0">
                <a:solidFill>
                  <a:srgbClr val="001F5F"/>
                </a:solidFill>
                <a:latin typeface="Calibri"/>
                <a:cs typeface="Calibri"/>
              </a:rPr>
              <a:t>w</a:t>
            </a: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een  people)</a:t>
            </a:r>
            <a:endParaRPr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26994" y="2815844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14.78</a:t>
            </a:r>
            <a:endParaRPr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1375" y="2815844"/>
            <a:ext cx="803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(3-1)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75375" y="2815844"/>
            <a:ext cx="868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14.78</a:t>
            </a:r>
            <a:r>
              <a:rPr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2</a:t>
            </a:r>
            <a:endParaRPr>
              <a:latin typeface="Calibri"/>
              <a:cs typeface="Calibri"/>
            </a:endParaRPr>
          </a:p>
          <a:p>
            <a:pPr marL="64135"/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7.390</a:t>
            </a:r>
            <a:endParaRPr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99628" y="2815844"/>
            <a:ext cx="1172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7.390/0.389</a:t>
            </a:r>
            <a:endParaRPr>
              <a:latin typeface="Calibri"/>
              <a:cs typeface="Calibri"/>
            </a:endParaRPr>
          </a:p>
          <a:p>
            <a:pPr marL="12700"/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19.0</a:t>
            </a:r>
            <a:endParaRPr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24009" y="2815844"/>
            <a:ext cx="124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F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(2,9)</a:t>
            </a:r>
            <a:r>
              <a:rPr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4.26</a:t>
            </a:r>
            <a:endParaRPr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02739" y="4004817"/>
            <a:ext cx="1065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Interaction</a:t>
            </a:r>
            <a:endParaRPr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26994" y="4004817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29.23</a:t>
            </a:r>
            <a:endParaRPr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51376" y="400481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4</a:t>
            </a:r>
            <a:endParaRPr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75375" y="4004817"/>
            <a:ext cx="868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29.23</a:t>
            </a:r>
            <a:r>
              <a:rPr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/</a:t>
            </a:r>
            <a:r>
              <a:rPr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4</a:t>
            </a:r>
            <a:endParaRPr>
              <a:latin typeface="Calibri"/>
              <a:cs typeface="Calibri"/>
            </a:endParaRPr>
          </a:p>
          <a:p>
            <a:pPr marL="12700"/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7.308</a:t>
            </a:r>
            <a:endParaRPr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99628" y="4004817"/>
            <a:ext cx="1172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7.308/0.389</a:t>
            </a:r>
            <a:endParaRPr>
              <a:latin typeface="Calibri"/>
              <a:cs typeface="Calibri"/>
            </a:endParaRPr>
          </a:p>
          <a:p>
            <a:pPr marL="12700"/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18.786</a:t>
            </a:r>
            <a:endParaRPr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24009" y="4004817"/>
            <a:ext cx="119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F(4,9)</a:t>
            </a:r>
            <a:r>
              <a:rPr b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3.63</a:t>
            </a:r>
            <a:endParaRPr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02740" y="5017134"/>
            <a:ext cx="7105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Within </a:t>
            </a:r>
            <a:r>
              <a:rPr b="1" spc="-3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sam</a:t>
            </a:r>
            <a:r>
              <a:rPr b="1" spc="5" dirty="0">
                <a:solidFill>
                  <a:srgbClr val="001F5F"/>
                </a:solidFill>
                <a:latin typeface="Calibri"/>
                <a:cs typeface="Calibri"/>
              </a:rPr>
              <a:t>p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le  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errors.</a:t>
            </a:r>
            <a:endParaRPr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26994" y="5017134"/>
            <a:ext cx="434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3.50</a:t>
            </a:r>
            <a:endParaRPr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51376" y="5017134"/>
            <a:ext cx="973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(18-</a:t>
            </a:r>
            <a:r>
              <a:rPr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9)</a:t>
            </a:r>
            <a:r>
              <a:rPr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9</a:t>
            </a:r>
            <a:endParaRPr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2739" y="6206134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6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b="1" spc="-1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al</a:t>
            </a:r>
            <a:endParaRPr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26994" y="6206134"/>
            <a:ext cx="549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1F5F"/>
                </a:solidFill>
                <a:latin typeface="Calibri"/>
                <a:cs typeface="Calibri"/>
              </a:rPr>
              <a:t>76.28</a:t>
            </a:r>
            <a:endParaRPr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51376" y="6206134"/>
            <a:ext cx="638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(18-</a:t>
            </a:r>
            <a:r>
              <a:rPr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1)</a:t>
            </a:r>
            <a:endParaRPr>
              <a:latin typeface="Calibri"/>
              <a:cs typeface="Calibri"/>
            </a:endParaRPr>
          </a:p>
          <a:p>
            <a:pPr marL="12700"/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17</a:t>
            </a:r>
            <a:endParaRPr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12142" y="71184"/>
            <a:ext cx="3144520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spc="-5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3600" b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chemeClr val="bg1"/>
                </a:solidFill>
                <a:latin typeface="Calibri"/>
                <a:cs typeface="Calibri"/>
              </a:rPr>
              <a:t>Anova</a:t>
            </a:r>
            <a:r>
              <a:rPr sz="3600" b="1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600" b="1" spc="-55" dirty="0">
                <a:solidFill>
                  <a:schemeClr val="bg1"/>
                </a:solidFill>
                <a:latin typeface="Calibri"/>
                <a:cs typeface="Calibri"/>
              </a:rPr>
              <a:t>Table</a:t>
            </a:r>
            <a:endParaRPr sz="36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73355">
              <a:spcBef>
                <a:spcPts val="1945"/>
              </a:spcBef>
              <a:tabLst>
                <a:tab pos="1697355" algn="l"/>
              </a:tabLst>
            </a:pP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d.f.	</a:t>
            </a:r>
            <a:r>
              <a:rPr sz="2400" b="1" spc="-5" dirty="0">
                <a:solidFill>
                  <a:srgbClr val="001F5F"/>
                </a:solidFill>
                <a:latin typeface="Calibri"/>
                <a:cs typeface="Calibri"/>
              </a:rPr>
              <a:t>MS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655318" y="232588"/>
            <a:ext cx="2872741" cy="5114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spc="-55" dirty="0"/>
              <a:t>Table</a:t>
            </a:r>
            <a:r>
              <a:rPr sz="3600" b="1" spc="-85" dirty="0"/>
              <a:t> </a:t>
            </a:r>
            <a:r>
              <a:rPr sz="3600" b="1" dirty="0"/>
              <a:t>: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6E777A-218D-4889-985B-E7D3AAD830BE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07135EE-4F65-4B06-9F16-154611877A37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099910"/>
            <a:ext cx="11582400" cy="1189685"/>
          </a:xfrm>
          <a:prstGeom prst="rect">
            <a:avLst/>
          </a:prstGeom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146300">
              <a:spcBef>
                <a:spcPts val="105"/>
              </a:spcBef>
            </a:pPr>
            <a:endParaRPr sz="2800" dirty="0"/>
          </a:p>
          <a:p>
            <a:pPr marL="12700" marR="5080">
              <a:spcBef>
                <a:spcPts val="60"/>
              </a:spcBef>
              <a:tabLst>
                <a:tab pos="1109345" algn="l"/>
                <a:tab pos="7679690" algn="l"/>
              </a:tabLst>
            </a:pPr>
            <a:r>
              <a:rPr sz="2800" spc="-5" dirty="0">
                <a:solidFill>
                  <a:srgbClr val="001F5F"/>
                </a:solidFill>
              </a:rPr>
              <a:t>The </a:t>
            </a:r>
            <a:r>
              <a:rPr sz="2800" spc="-10" dirty="0">
                <a:solidFill>
                  <a:srgbClr val="001F5F"/>
                </a:solidFill>
              </a:rPr>
              <a:t>above</a:t>
            </a:r>
            <a:r>
              <a:rPr sz="2800" dirty="0">
                <a:solidFill>
                  <a:srgbClr val="001F5F"/>
                </a:solidFill>
              </a:rPr>
              <a:t> </a:t>
            </a:r>
            <a:r>
              <a:rPr sz="2800" spc="-10" dirty="0">
                <a:solidFill>
                  <a:srgbClr val="001F5F"/>
                </a:solidFill>
              </a:rPr>
              <a:t>table</a:t>
            </a:r>
            <a:r>
              <a:rPr sz="2800" spc="15" dirty="0">
                <a:solidFill>
                  <a:srgbClr val="001F5F"/>
                </a:solidFill>
              </a:rPr>
              <a:t> </a:t>
            </a:r>
            <a:r>
              <a:rPr sz="2800" spc="-5" dirty="0">
                <a:solidFill>
                  <a:srgbClr val="001F5F"/>
                </a:solidFill>
              </a:rPr>
              <a:t>show</a:t>
            </a:r>
            <a:r>
              <a:rPr sz="2800" spc="20" dirty="0">
                <a:solidFill>
                  <a:srgbClr val="001F5F"/>
                </a:solidFill>
              </a:rPr>
              <a:t> </a:t>
            </a:r>
            <a:r>
              <a:rPr sz="2800" spc="-10" dirty="0">
                <a:solidFill>
                  <a:srgbClr val="001F5F"/>
                </a:solidFill>
              </a:rPr>
              <a:t>that</a:t>
            </a:r>
            <a:r>
              <a:rPr sz="2800" spc="5" dirty="0">
                <a:solidFill>
                  <a:srgbClr val="001F5F"/>
                </a:solidFill>
              </a:rPr>
              <a:t> </a:t>
            </a:r>
            <a:r>
              <a:rPr sz="2800" dirty="0">
                <a:solidFill>
                  <a:srgbClr val="001F5F"/>
                </a:solidFill>
              </a:rPr>
              <a:t>all</a:t>
            </a:r>
            <a:r>
              <a:rPr sz="2800" spc="5" dirty="0">
                <a:solidFill>
                  <a:srgbClr val="001F5F"/>
                </a:solidFill>
              </a:rPr>
              <a:t> </a:t>
            </a:r>
            <a:r>
              <a:rPr sz="2800" dirty="0">
                <a:solidFill>
                  <a:srgbClr val="001F5F"/>
                </a:solidFill>
              </a:rPr>
              <a:t>the</a:t>
            </a:r>
            <a:r>
              <a:rPr sz="2800" spc="5" dirty="0">
                <a:solidFill>
                  <a:srgbClr val="001F5F"/>
                </a:solidFill>
              </a:rPr>
              <a:t> </a:t>
            </a:r>
            <a:r>
              <a:rPr sz="2800" spc="-10" dirty="0">
                <a:solidFill>
                  <a:srgbClr val="001F5F"/>
                </a:solidFill>
              </a:rPr>
              <a:t>three</a:t>
            </a:r>
            <a:r>
              <a:rPr lang="en-GB" sz="2800" spc="-10" dirty="0">
                <a:solidFill>
                  <a:srgbClr val="001F5F"/>
                </a:solidFill>
              </a:rPr>
              <a:t> </a:t>
            </a:r>
            <a:r>
              <a:rPr sz="2800" dirty="0">
                <a:solidFill>
                  <a:srgbClr val="001F5F"/>
                </a:solidFill>
              </a:rPr>
              <a:t>f - </a:t>
            </a:r>
            <a:r>
              <a:rPr sz="2800" spc="5" dirty="0">
                <a:solidFill>
                  <a:srgbClr val="001F5F"/>
                </a:solidFill>
              </a:rPr>
              <a:t> </a:t>
            </a:r>
            <a:r>
              <a:rPr sz="2800" spc="-25" dirty="0">
                <a:solidFill>
                  <a:srgbClr val="001F5F"/>
                </a:solidFill>
              </a:rPr>
              <a:t>ratio</a:t>
            </a:r>
            <a:r>
              <a:rPr lang="en-GB" sz="2800" spc="-25" dirty="0">
                <a:solidFill>
                  <a:srgbClr val="001F5F"/>
                </a:solidFill>
              </a:rPr>
              <a:t> </a:t>
            </a:r>
            <a:r>
              <a:rPr sz="2800" spc="-20" dirty="0">
                <a:solidFill>
                  <a:srgbClr val="001F5F"/>
                </a:solidFill>
              </a:rPr>
              <a:t>are </a:t>
            </a:r>
            <a:r>
              <a:rPr sz="2800" spc="-5" dirty="0">
                <a:solidFill>
                  <a:srgbClr val="001F5F"/>
                </a:solidFill>
              </a:rPr>
              <a:t>significant </a:t>
            </a:r>
            <a:r>
              <a:rPr sz="2800" dirty="0">
                <a:solidFill>
                  <a:srgbClr val="001F5F"/>
                </a:solidFill>
              </a:rPr>
              <a:t>of 5% </a:t>
            </a:r>
            <a:r>
              <a:rPr sz="2800" spc="-10" dirty="0">
                <a:solidFill>
                  <a:srgbClr val="001F5F"/>
                </a:solidFill>
              </a:rPr>
              <a:t>level </a:t>
            </a:r>
            <a:r>
              <a:rPr sz="2800" spc="-5" dirty="0">
                <a:solidFill>
                  <a:srgbClr val="001F5F"/>
                </a:solidFill>
              </a:rPr>
              <a:t>which means </a:t>
            </a:r>
            <a:r>
              <a:rPr sz="2800" spc="-800" dirty="0">
                <a:solidFill>
                  <a:srgbClr val="001F5F"/>
                </a:solidFill>
              </a:rPr>
              <a:t> </a:t>
            </a:r>
            <a:r>
              <a:rPr sz="2800" spc="-15" dirty="0">
                <a:solidFill>
                  <a:srgbClr val="001F5F"/>
                </a:solidFill>
              </a:rPr>
              <a:t>that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447800" y="2895600"/>
            <a:ext cx="8712835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-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drugs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act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 differently</a:t>
            </a:r>
            <a:r>
              <a:rPr sz="2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  <a:p>
            <a:pPr>
              <a:spcBef>
                <a:spcPts val="4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</a:pPr>
            <a:r>
              <a:rPr sz="2800" b="1" spc="-140" dirty="0">
                <a:solidFill>
                  <a:srgbClr val="C00000"/>
                </a:solidFill>
                <a:latin typeface="Calibri"/>
                <a:cs typeface="Calibri"/>
              </a:rPr>
              <a:t>-different</a:t>
            </a:r>
            <a:r>
              <a:rPr sz="2800" b="1" spc="-2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45" dirty="0">
                <a:solidFill>
                  <a:srgbClr val="C00000"/>
                </a:solidFill>
                <a:latin typeface="Calibri"/>
                <a:cs typeface="Calibri"/>
              </a:rPr>
              <a:t>groups</a:t>
            </a:r>
            <a:r>
              <a:rPr sz="2800" b="1" spc="4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85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800" b="1" spc="-3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35" dirty="0">
                <a:solidFill>
                  <a:srgbClr val="C00000"/>
                </a:solidFill>
                <a:latin typeface="Calibri"/>
                <a:cs typeface="Calibri"/>
              </a:rPr>
              <a:t>people</a:t>
            </a:r>
            <a:r>
              <a:rPr sz="2800" b="1" spc="-25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20" dirty="0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sz="2800" b="1" spc="-3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55" dirty="0">
                <a:solidFill>
                  <a:srgbClr val="C00000"/>
                </a:solidFill>
                <a:latin typeface="Calibri"/>
                <a:cs typeface="Calibri"/>
              </a:rPr>
              <a:t>affected</a:t>
            </a:r>
            <a:r>
              <a:rPr sz="2800" b="1" spc="-25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60" dirty="0">
                <a:solidFill>
                  <a:srgbClr val="C00000"/>
                </a:solidFill>
                <a:latin typeface="Calibri"/>
                <a:cs typeface="Calibri"/>
              </a:rPr>
              <a:t>differently</a:t>
            </a:r>
            <a:endParaRPr sz="2800" dirty="0">
              <a:latin typeface="Calibri"/>
              <a:cs typeface="Calibri"/>
            </a:endParaRPr>
          </a:p>
          <a:p>
            <a:pPr>
              <a:spcBef>
                <a:spcPts val="50"/>
              </a:spcBef>
            </a:pPr>
            <a:endParaRPr sz="2800" dirty="0">
              <a:latin typeface="Calibri"/>
              <a:cs typeface="Calibri"/>
            </a:endParaRPr>
          </a:p>
          <a:p>
            <a:pPr marL="76200"/>
            <a:r>
              <a:rPr sz="2800" b="1" spc="-120" dirty="0">
                <a:solidFill>
                  <a:srgbClr val="C00000"/>
                </a:solidFill>
                <a:latin typeface="Calibri"/>
                <a:cs typeface="Calibri"/>
              </a:rPr>
              <a:t>-the</a:t>
            </a:r>
            <a:r>
              <a:rPr sz="2800" b="1" spc="-28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60" dirty="0">
                <a:solidFill>
                  <a:srgbClr val="C00000"/>
                </a:solidFill>
                <a:latin typeface="Calibri"/>
                <a:cs typeface="Calibri"/>
              </a:rPr>
              <a:t>interaction</a:t>
            </a:r>
            <a:r>
              <a:rPr sz="2800" b="1" spc="-2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40" dirty="0">
                <a:solidFill>
                  <a:srgbClr val="C00000"/>
                </a:solidFill>
                <a:latin typeface="Calibri"/>
                <a:cs typeface="Calibri"/>
              </a:rPr>
              <a:t>terms</a:t>
            </a:r>
            <a:r>
              <a:rPr sz="2800" b="1" spc="-2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8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800" b="1" spc="-2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150" dirty="0">
                <a:solidFill>
                  <a:srgbClr val="C00000"/>
                </a:solidFill>
                <a:latin typeface="Calibri"/>
                <a:cs typeface="Calibri"/>
              </a:rPr>
              <a:t>significant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592274-4A4D-4828-BB26-C2362531D0C6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D1B8A7-E06A-45EF-9AF7-2B91177CE3E2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3F3757-2CEA-48BA-A230-0F22BF234DB9}"/>
              </a:ext>
            </a:extLst>
          </p:cNvPr>
          <p:cNvSpPr txBox="1"/>
          <p:nvPr/>
        </p:nvSpPr>
        <p:spPr>
          <a:xfrm>
            <a:off x="428015" y="262082"/>
            <a:ext cx="1734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+mj-lt"/>
              </a:rPr>
              <a:t>Conclusion</a:t>
            </a:r>
            <a:endParaRPr lang="en-US" sz="2800" b="1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lame">
  <a:themeElements>
    <a:clrScheme name="Custom 258">
      <a:dk1>
        <a:sysClr val="windowText" lastClr="000000"/>
      </a:dk1>
      <a:lt1>
        <a:sysClr val="window" lastClr="FFFFFF"/>
      </a:lt1>
      <a:dk2>
        <a:srgbClr val="FF4D00"/>
      </a:dk2>
      <a:lt2>
        <a:srgbClr val="E7E6E6"/>
      </a:lt2>
      <a:accent1>
        <a:srgbClr val="FF4D00"/>
      </a:accent1>
      <a:accent2>
        <a:srgbClr val="FE7032"/>
      </a:accent2>
      <a:accent3>
        <a:srgbClr val="FFAD8D"/>
      </a:accent3>
      <a:accent4>
        <a:srgbClr val="FFC000"/>
      </a:accent4>
      <a:accent5>
        <a:srgbClr val="FEE599"/>
      </a:accent5>
      <a:accent6>
        <a:srgbClr val="D9E8F5"/>
      </a:accent6>
      <a:hlink>
        <a:srgbClr val="0563C1"/>
      </a:hlink>
      <a:folHlink>
        <a:srgbClr val="954F72"/>
      </a:folHlink>
    </a:clrScheme>
    <a:fontScheme name="Custom 116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67321D-3B31-4314-8B82-1619CD72C4EE}">
  <we:reference id="wa200005566" version="3.0.0.3" store="en-US" storeType="OMEX"/>
  <we:alternateReferences>
    <we:reference id="wa200005566" version="3.0.0.3" store="wa200005566" storeType="OMEX"/>
  </we:alternateReferences>
  <we:properties>
    <we:property name="theme" value="{&quot;name&quot;:&quot;Flame&quot;,&quot;color&quot;:&quot;#FF4D00&quot;,&quot;colorPalette&quot;:[],&quot;isDefault&quot;:true,&quot;previewImages&quot;:[&quot;https://cpp.appsdowonders.com/assets/SlideTitle-flame.png&quot;,&quot;https://cpp.appsdowonders.com/assets/SlideTextbox1V1-flame.png&quot;,&quot;https://cpp.appsdowonders.com/assets/SlideTextbox3V1-flame.png&quot;,&quot;https://cpp.appsdowonders.com/assets/SlideTable-flame.png&quot;,&quot;https://cpp.appsdowonders.com/assets/SlideTimelineV1-flame.png&quot;],&quot;index&quot;:0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6420</TotalTime>
  <Words>1910</Words>
  <Application>Microsoft Office PowerPoint</Application>
  <PresentationFormat>Widescreen</PresentationFormat>
  <Paragraphs>369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Aharoni</vt:lpstr>
      <vt:lpstr>Arial</vt:lpstr>
      <vt:lpstr>Arial Black</vt:lpstr>
      <vt:lpstr>Calibri</vt:lpstr>
      <vt:lpstr>Calibri Light</vt:lpstr>
      <vt:lpstr>Montserrat SemiBold</vt:lpstr>
      <vt:lpstr>Times New Roman</vt:lpstr>
      <vt:lpstr>Wingdings</vt:lpstr>
      <vt:lpstr>Custom Design</vt:lpstr>
      <vt:lpstr>Flame</vt:lpstr>
      <vt:lpstr>DATA SCIENCE   UNIT II   ANOVA From: Business Analytics, Web resources</vt:lpstr>
      <vt:lpstr>Contents</vt:lpstr>
      <vt:lpstr>Introduction</vt:lpstr>
      <vt:lpstr>Types of ANOVA</vt:lpstr>
      <vt:lpstr>Principle of ANOVA</vt:lpstr>
      <vt:lpstr>ANOVA procedure</vt:lpstr>
      <vt:lpstr>One-way ANOVA formula</vt:lpstr>
      <vt:lpstr>Example 1: Data related to no. of questions solved in different types of noises.                                              Find the significance of the noise on solving questions</vt:lpstr>
      <vt:lpstr>Example</vt:lpstr>
      <vt:lpstr>Example</vt:lpstr>
      <vt:lpstr>Example -2  Set up an analysis of variance table for the following per acre  production data for three varieties of wheat, each grown on 4 plots  and state if the variety differences are significance.</vt:lpstr>
      <vt:lpstr>Table :</vt:lpstr>
      <vt:lpstr>Conclusion</vt:lpstr>
      <vt:lpstr>PowerPoint Presentation</vt:lpstr>
      <vt:lpstr>Example -1     Set up an analysis of variance table for the following two-  way design results: Does the varieties of seeds significant to production.  Does the varieties fertilizers significant to production. Assume: Null hypothesis: No significance</vt:lpstr>
      <vt:lpstr>PowerPoint Presentation</vt:lpstr>
      <vt:lpstr>Step 2 : calculate Total SS</vt:lpstr>
      <vt:lpstr>Step 3 : calculate SS between columns treatment</vt:lpstr>
      <vt:lpstr>Step 4 : calulate SS Between rows treatment</vt:lpstr>
      <vt:lpstr>Step 5 : SS residual or error</vt:lpstr>
      <vt:lpstr>we have some important quantitative value</vt:lpstr>
      <vt:lpstr>Conclusion</vt:lpstr>
      <vt:lpstr>PowerPoint Presentation</vt:lpstr>
      <vt:lpstr>Two-way ANOVA with replication:  Example 1</vt:lpstr>
      <vt:lpstr>Example</vt:lpstr>
      <vt:lpstr>Example</vt:lpstr>
      <vt:lpstr>Example</vt:lpstr>
      <vt:lpstr>Example:</vt:lpstr>
      <vt:lpstr>Two way anova with replication</vt:lpstr>
      <vt:lpstr>PowerPoint Presentation</vt:lpstr>
      <vt:lpstr>Step (iii) SS between rows (i.e between people) = (70*70/6 + 59*59/6 + 58*58/6) –  (187*187/18)</vt:lpstr>
      <vt:lpstr>Step (v) SS within samples</vt:lpstr>
      <vt:lpstr>Table :</vt:lpstr>
      <vt:lpstr> The above table show that all the three f -  ratio are significant of 5% level which means  that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II- Divide-and-Conquer</dc:title>
  <dc:creator>SELVAKUMAR R K</dc:creator>
  <cp:lastModifiedBy>Subhash Chandra N</cp:lastModifiedBy>
  <cp:revision>165</cp:revision>
  <dcterms:created xsi:type="dcterms:W3CDTF">2020-08-30T16:11:59Z</dcterms:created>
  <dcterms:modified xsi:type="dcterms:W3CDTF">2026-07-30T03:41:28Z</dcterms:modified>
</cp:coreProperties>
</file>
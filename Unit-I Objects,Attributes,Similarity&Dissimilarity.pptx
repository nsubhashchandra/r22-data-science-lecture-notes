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37" r:id="rId1"/>
  </p:sldMasterIdLst>
  <p:notesMasterIdLst>
    <p:notesMasterId r:id="rId43"/>
  </p:notesMasterIdLst>
  <p:handoutMasterIdLst>
    <p:handoutMasterId r:id="rId44"/>
  </p:handoutMasterIdLst>
  <p:sldIdLst>
    <p:sldId id="764" r:id="rId2"/>
    <p:sldId id="873" r:id="rId3"/>
    <p:sldId id="261" r:id="rId4"/>
    <p:sldId id="837" r:id="rId5"/>
    <p:sldId id="874" r:id="rId6"/>
    <p:sldId id="840" r:id="rId7"/>
    <p:sldId id="864" r:id="rId8"/>
    <p:sldId id="1045" r:id="rId9"/>
    <p:sldId id="1046" r:id="rId10"/>
    <p:sldId id="1059" r:id="rId11"/>
    <p:sldId id="1031" r:id="rId12"/>
    <p:sldId id="1061" r:id="rId13"/>
    <p:sldId id="1060" r:id="rId14"/>
    <p:sldId id="1055" r:id="rId15"/>
    <p:sldId id="1058" r:id="rId16"/>
    <p:sldId id="1056" r:id="rId17"/>
    <p:sldId id="1057" r:id="rId18"/>
    <p:sldId id="1030" r:id="rId19"/>
    <p:sldId id="1050" r:id="rId20"/>
    <p:sldId id="1073" r:id="rId21"/>
    <p:sldId id="1074" r:id="rId22"/>
    <p:sldId id="1075" r:id="rId23"/>
    <p:sldId id="1076" r:id="rId24"/>
    <p:sldId id="1036" r:id="rId25"/>
    <p:sldId id="1066" r:id="rId26"/>
    <p:sldId id="1065" r:id="rId27"/>
    <p:sldId id="1064" r:id="rId28"/>
    <p:sldId id="1077" r:id="rId29"/>
    <p:sldId id="1078" r:id="rId30"/>
    <p:sldId id="1079" r:id="rId31"/>
    <p:sldId id="1080" r:id="rId32"/>
    <p:sldId id="1081" r:id="rId33"/>
    <p:sldId id="1082" r:id="rId34"/>
    <p:sldId id="1083" r:id="rId35"/>
    <p:sldId id="1049" r:id="rId36"/>
    <p:sldId id="1084" r:id="rId37"/>
    <p:sldId id="1053" r:id="rId38"/>
    <p:sldId id="1052" r:id="rId39"/>
    <p:sldId id="1051" r:id="rId40"/>
    <p:sldId id="1042" r:id="rId41"/>
    <p:sldId id="1043" r:id="rId42"/>
  </p:sldIdLst>
  <p:sldSz cx="12192000" cy="6858000"/>
  <p:notesSz cx="7010400" cy="9236075"/>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6EA"/>
    <a:srgbClr val="FAE2F6"/>
    <a:srgbClr val="170981"/>
    <a:srgbClr val="121328"/>
    <a:srgbClr val="D7FDF9"/>
    <a:srgbClr val="003366"/>
    <a:srgbClr val="FF7C80"/>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1398" autoAdjust="0"/>
  </p:normalViewPr>
  <p:slideViewPr>
    <p:cSldViewPr>
      <p:cViewPr varScale="1">
        <p:scale>
          <a:sx n="75" d="100"/>
          <a:sy n="75" d="100"/>
        </p:scale>
        <p:origin x="974" y="58"/>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5352"/>
    </p:cViewPr>
  </p:sorterViewPr>
  <p:notesViewPr>
    <p:cSldViewPr>
      <p:cViewPr varScale="1">
        <p:scale>
          <a:sx n="38" d="100"/>
          <a:sy n="38" d="100"/>
        </p:scale>
        <p:origin x="-1530" y="-72"/>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C8E9B26E-88F9-CFC2-9D1F-2D4884A58618}"/>
              </a:ext>
            </a:extLst>
          </p:cNvPr>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eaLnBrk="0" fontAlgn="auto" hangingPunct="0">
              <a:spcBef>
                <a:spcPts val="0"/>
              </a:spcBef>
              <a:spcAft>
                <a:spcPts val="0"/>
              </a:spcAft>
              <a:defRPr sz="1200">
                <a:latin typeface="Times New Roman" pitchFamily="18" charset="0"/>
              </a:defRPr>
            </a:lvl1pPr>
          </a:lstStyle>
          <a:p>
            <a:pPr>
              <a:defRPr/>
            </a:pPr>
            <a:endParaRPr lang="en-US"/>
          </a:p>
        </p:txBody>
      </p:sp>
      <p:sp>
        <p:nvSpPr>
          <p:cNvPr id="123907" name="Rectangle 3">
            <a:extLst>
              <a:ext uri="{FF2B5EF4-FFF2-40B4-BE49-F238E27FC236}">
                <a16:creationId xmlns:a16="http://schemas.microsoft.com/office/drawing/2014/main" id="{7BC50F1F-B5CB-0A2D-D48A-149916A311F2}"/>
              </a:ext>
            </a:extLst>
          </p:cNvPr>
          <p:cNvSpPr>
            <a:spLocks noGrp="1" noChangeArrowheads="1"/>
          </p:cNvSpPr>
          <p:nvPr>
            <p:ph type="dt" sz="quarter" idx="1"/>
          </p:nvPr>
        </p:nvSpPr>
        <p:spPr bwMode="auto">
          <a:xfrm>
            <a:off x="3971925"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eaLnBrk="0" fontAlgn="auto" hangingPunct="0">
              <a:spcBef>
                <a:spcPts val="0"/>
              </a:spcBef>
              <a:spcAft>
                <a:spcPts val="0"/>
              </a:spcAft>
              <a:defRPr sz="1200">
                <a:latin typeface="Times New Roman" pitchFamily="18" charset="0"/>
              </a:defRPr>
            </a:lvl1pPr>
          </a:lstStyle>
          <a:p>
            <a:pPr>
              <a:defRPr/>
            </a:pPr>
            <a:endParaRPr lang="en-US"/>
          </a:p>
        </p:txBody>
      </p:sp>
      <p:sp>
        <p:nvSpPr>
          <p:cNvPr id="123908" name="Rectangle 4">
            <a:extLst>
              <a:ext uri="{FF2B5EF4-FFF2-40B4-BE49-F238E27FC236}">
                <a16:creationId xmlns:a16="http://schemas.microsoft.com/office/drawing/2014/main" id="{DA65F219-525C-047E-FC8B-46AF474B6945}"/>
              </a:ext>
            </a:extLst>
          </p:cNvPr>
          <p:cNvSpPr>
            <a:spLocks noGrp="1" noChangeArrowheads="1"/>
          </p:cNvSpPr>
          <p:nvPr>
            <p:ph type="ftr" sz="quarter" idx="2"/>
          </p:nvPr>
        </p:nvSpPr>
        <p:spPr bwMode="auto">
          <a:xfrm>
            <a:off x="0"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eaLnBrk="0" fontAlgn="auto" hangingPunct="0">
              <a:spcBef>
                <a:spcPts val="0"/>
              </a:spcBef>
              <a:spcAft>
                <a:spcPts val="0"/>
              </a:spcAft>
              <a:defRPr sz="1200">
                <a:latin typeface="Times New Roman" pitchFamily="18" charset="0"/>
              </a:defRPr>
            </a:lvl1pPr>
          </a:lstStyle>
          <a:p>
            <a:pPr>
              <a:defRPr/>
            </a:pPr>
            <a:endParaRPr lang="en-US"/>
          </a:p>
        </p:txBody>
      </p:sp>
      <p:sp>
        <p:nvSpPr>
          <p:cNvPr id="123909" name="Rectangle 5">
            <a:extLst>
              <a:ext uri="{FF2B5EF4-FFF2-40B4-BE49-F238E27FC236}">
                <a16:creationId xmlns:a16="http://schemas.microsoft.com/office/drawing/2014/main" id="{367255C4-0AF0-6582-CC37-5F038DEBAF15}"/>
              </a:ext>
            </a:extLst>
          </p:cNvPr>
          <p:cNvSpPr>
            <a:spLocks noGrp="1" noChangeArrowheads="1"/>
          </p:cNvSpPr>
          <p:nvPr>
            <p:ph type="sldNum" sz="quarter" idx="3"/>
          </p:nvPr>
        </p:nvSpPr>
        <p:spPr bwMode="auto">
          <a:xfrm>
            <a:off x="3971925"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a:defRPr sz="1200">
                <a:latin typeface="Times New Roman" panose="02020603050405020304" pitchFamily="18" charset="0"/>
              </a:defRPr>
            </a:lvl1pPr>
          </a:lstStyle>
          <a:p>
            <a:pPr>
              <a:defRPr/>
            </a:pPr>
            <a:fld id="{26DCB549-2CA6-4DB1-A478-C614FDD38F7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A3D6106-1F7E-9191-3981-B12102C0259A}"/>
              </a:ext>
            </a:extLst>
          </p:cNvPr>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eaLnBrk="0" fontAlgn="auto" hangingPunct="0">
              <a:spcBef>
                <a:spcPts val="0"/>
              </a:spcBef>
              <a:spcAft>
                <a:spcPts val="0"/>
              </a:spcAft>
              <a:defRPr sz="1200">
                <a:latin typeface="Times New Roman" pitchFamily="18" charset="0"/>
              </a:defRPr>
            </a:lvl1pPr>
          </a:lstStyle>
          <a:p>
            <a:pPr>
              <a:defRPr/>
            </a:pPr>
            <a:endParaRPr lang="en-US"/>
          </a:p>
        </p:txBody>
      </p:sp>
      <p:sp>
        <p:nvSpPr>
          <p:cNvPr id="13315" name="Rectangle 3">
            <a:extLst>
              <a:ext uri="{FF2B5EF4-FFF2-40B4-BE49-F238E27FC236}">
                <a16:creationId xmlns:a16="http://schemas.microsoft.com/office/drawing/2014/main" id="{6703B3BD-ADFC-727D-70DF-54F71118A098}"/>
              </a:ext>
            </a:extLst>
          </p:cNvPr>
          <p:cNvSpPr>
            <a:spLocks noGrp="1" noChangeArrowheads="1"/>
          </p:cNvSpPr>
          <p:nvPr>
            <p:ph type="dt" idx="1"/>
          </p:nvPr>
        </p:nvSpPr>
        <p:spPr bwMode="auto">
          <a:xfrm>
            <a:off x="3971925"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eaLnBrk="0" fontAlgn="auto" hangingPunct="0">
              <a:spcBef>
                <a:spcPts val="0"/>
              </a:spcBef>
              <a:spcAft>
                <a:spcPts val="0"/>
              </a:spcAft>
              <a:defRPr sz="1200">
                <a:latin typeface="Times New Roman" pitchFamily="18" charset="0"/>
              </a:defRPr>
            </a:lvl1pPr>
          </a:lstStyle>
          <a:p>
            <a:pPr>
              <a:defRPr/>
            </a:pPr>
            <a:endParaRPr lang="en-US"/>
          </a:p>
        </p:txBody>
      </p:sp>
      <p:sp>
        <p:nvSpPr>
          <p:cNvPr id="5124" name="Rectangle 4">
            <a:extLst>
              <a:ext uri="{FF2B5EF4-FFF2-40B4-BE49-F238E27FC236}">
                <a16:creationId xmlns:a16="http://schemas.microsoft.com/office/drawing/2014/main" id="{F98666CE-ADE7-78F6-6523-6922B790A7FB}"/>
              </a:ext>
            </a:extLst>
          </p:cNvPr>
          <p:cNvSpPr>
            <a:spLocks noChangeArrowheads="1" noTextEdit="1"/>
          </p:cNvSpPr>
          <p:nvPr>
            <p:ph type="sldImg" idx="2"/>
          </p:nvPr>
        </p:nvSpPr>
        <p:spPr bwMode="auto">
          <a:xfrm>
            <a:off x="427038" y="692150"/>
            <a:ext cx="6156325"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a:extLst>
              <a:ext uri="{FF2B5EF4-FFF2-40B4-BE49-F238E27FC236}">
                <a16:creationId xmlns:a16="http://schemas.microsoft.com/office/drawing/2014/main" id="{1262762C-8492-6CA2-0D4F-63FB621EE8C2}"/>
              </a:ext>
            </a:extLst>
          </p:cNvPr>
          <p:cNvSpPr>
            <a:spLocks noGrp="1" noChangeArrowheads="1"/>
          </p:cNvSpPr>
          <p:nvPr>
            <p:ph type="body" sz="quarter" idx="3"/>
          </p:nvPr>
        </p:nvSpPr>
        <p:spPr bwMode="auto">
          <a:xfrm>
            <a:off x="935038" y="4387850"/>
            <a:ext cx="5140325" cy="4156075"/>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a:extLst>
              <a:ext uri="{FF2B5EF4-FFF2-40B4-BE49-F238E27FC236}">
                <a16:creationId xmlns:a16="http://schemas.microsoft.com/office/drawing/2014/main" id="{6F486682-48AC-F135-8484-FF1CCCCA77D9}"/>
              </a:ext>
            </a:extLst>
          </p:cNvPr>
          <p:cNvSpPr>
            <a:spLocks noGrp="1" noChangeArrowheads="1"/>
          </p:cNvSpPr>
          <p:nvPr>
            <p:ph type="ftr" sz="quarter" idx="4"/>
          </p:nvPr>
        </p:nvSpPr>
        <p:spPr bwMode="auto">
          <a:xfrm>
            <a:off x="0"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eaLnBrk="0" fontAlgn="auto" hangingPunct="0">
              <a:spcBef>
                <a:spcPts val="0"/>
              </a:spcBef>
              <a:spcAft>
                <a:spcPts val="0"/>
              </a:spcAft>
              <a:defRPr sz="1200">
                <a:latin typeface="Times New Roman" pitchFamily="18" charset="0"/>
              </a:defRPr>
            </a:lvl1pPr>
          </a:lstStyle>
          <a:p>
            <a:pPr>
              <a:defRPr/>
            </a:pPr>
            <a:endParaRPr lang="en-US"/>
          </a:p>
        </p:txBody>
      </p:sp>
      <p:sp>
        <p:nvSpPr>
          <p:cNvPr id="13319" name="Rectangle 7">
            <a:extLst>
              <a:ext uri="{FF2B5EF4-FFF2-40B4-BE49-F238E27FC236}">
                <a16:creationId xmlns:a16="http://schemas.microsoft.com/office/drawing/2014/main" id="{CAA8D18C-293F-F803-AA71-CB4C2B5E38A2}"/>
              </a:ext>
            </a:extLst>
          </p:cNvPr>
          <p:cNvSpPr>
            <a:spLocks noGrp="1" noChangeArrowheads="1"/>
          </p:cNvSpPr>
          <p:nvPr>
            <p:ph type="sldNum" sz="quarter" idx="5"/>
          </p:nvPr>
        </p:nvSpPr>
        <p:spPr bwMode="auto">
          <a:xfrm>
            <a:off x="3971925"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a:defRPr sz="1200">
                <a:latin typeface="Times New Roman" panose="02020603050405020304" pitchFamily="18" charset="0"/>
              </a:defRPr>
            </a:lvl1pPr>
          </a:lstStyle>
          <a:p>
            <a:pPr>
              <a:defRPr/>
            </a:pPr>
            <a:fld id="{B1EC9340-F730-4E20-BFB3-9FADBED0D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05048D76-E4EC-5216-E54A-61BC19D2D5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88F516D2-0E3A-438E-BA63-966897BF9A62}"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B4E640F3-AC18-A938-4FFF-ECAAF10DDD01}"/>
              </a:ext>
            </a:extLst>
          </p:cNvPr>
          <p:cNvSpPr>
            <a:spLocks noChangeArrowheads="1" noTextEdit="1"/>
          </p:cNvSpPr>
          <p:nvPr>
            <p:ph type="sldImg"/>
          </p:nvPr>
        </p:nvSpPr>
        <p:spPr>
          <a:ln/>
        </p:spPr>
      </p:sp>
      <p:sp>
        <p:nvSpPr>
          <p:cNvPr id="8196" name="Rectangle 3">
            <a:extLst>
              <a:ext uri="{FF2B5EF4-FFF2-40B4-BE49-F238E27FC236}">
                <a16:creationId xmlns:a16="http://schemas.microsoft.com/office/drawing/2014/main" id="{CE57940E-ECE6-241F-F6FF-E67CB47422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359D74B-253D-09D8-CE7D-510DC4744F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3156579E-FFB5-4D7B-908E-7E8F64CD1176}"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9F22A06E-EB34-A617-EED9-FC0EF368354B}"/>
              </a:ext>
            </a:extLst>
          </p:cNvPr>
          <p:cNvSpPr>
            <a:spLocks noChangeArrowheads="1" noTextEdit="1"/>
          </p:cNvSpPr>
          <p:nvPr>
            <p:ph type="sldImg"/>
          </p:nvPr>
        </p:nvSpPr>
        <p:spPr>
          <a:xfrm>
            <a:off x="441325" y="700088"/>
            <a:ext cx="6132513" cy="3449637"/>
          </a:xfrm>
          <a:ln/>
        </p:spPr>
      </p:sp>
      <p:sp>
        <p:nvSpPr>
          <p:cNvPr id="10244" name="Rectangle 3">
            <a:extLst>
              <a:ext uri="{FF2B5EF4-FFF2-40B4-BE49-F238E27FC236}">
                <a16:creationId xmlns:a16="http://schemas.microsoft.com/office/drawing/2014/main" id="{55273248-E3ED-470C-F47E-E56C106FE819}"/>
              </a:ext>
            </a:extLst>
          </p:cNvPr>
          <p:cNvSpPr>
            <a:spLocks noGrp="1" noChangeArrowheads="1"/>
          </p:cNvSpPr>
          <p:nvPr>
            <p:ph type="body" idx="1"/>
          </p:nvPr>
        </p:nvSpPr>
        <p:spPr>
          <a:xfrm>
            <a:off x="933450" y="4387850"/>
            <a:ext cx="514191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103F4761-DCF9-2896-15E5-2AA62CD51E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4A3A116C-4014-4255-8033-0A36541A9434}"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3315" name="Rectangle 2">
            <a:extLst>
              <a:ext uri="{FF2B5EF4-FFF2-40B4-BE49-F238E27FC236}">
                <a16:creationId xmlns:a16="http://schemas.microsoft.com/office/drawing/2014/main" id="{94B3EFE8-0C11-5E47-BCB8-39B0B6691D54}"/>
              </a:ext>
            </a:extLst>
          </p:cNvPr>
          <p:cNvSpPr>
            <a:spLocks noChangeArrowheads="1" noTextEdit="1"/>
          </p:cNvSpPr>
          <p:nvPr>
            <p:ph type="sldImg"/>
          </p:nvPr>
        </p:nvSpPr>
        <p:spPr>
          <a:ln/>
        </p:spPr>
      </p:sp>
      <p:sp>
        <p:nvSpPr>
          <p:cNvPr id="13316" name="Rectangle 3">
            <a:extLst>
              <a:ext uri="{FF2B5EF4-FFF2-40B4-BE49-F238E27FC236}">
                <a16:creationId xmlns:a16="http://schemas.microsoft.com/office/drawing/2014/main" id="{E9B9FC6B-2FE0-DB8C-202B-873042D670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175F7FE4-9E52-1882-9E2C-673586BC39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C1C4DCB8-1D28-4F9A-BC1F-AFAD4677C68B}"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5363" name="Rectangle 2">
            <a:extLst>
              <a:ext uri="{FF2B5EF4-FFF2-40B4-BE49-F238E27FC236}">
                <a16:creationId xmlns:a16="http://schemas.microsoft.com/office/drawing/2014/main" id="{F76538C8-44D5-8EF1-BFC3-36EC9070AAFF}"/>
              </a:ext>
            </a:extLst>
          </p:cNvPr>
          <p:cNvSpPr>
            <a:spLocks noChangeArrowheads="1" noTextEdit="1"/>
          </p:cNvSpPr>
          <p:nvPr>
            <p:ph type="sldImg"/>
          </p:nvPr>
        </p:nvSpPr>
        <p:spPr>
          <a:ln/>
        </p:spPr>
      </p:sp>
      <p:sp>
        <p:nvSpPr>
          <p:cNvPr id="15364" name="Rectangle 3">
            <a:extLst>
              <a:ext uri="{FF2B5EF4-FFF2-40B4-BE49-F238E27FC236}">
                <a16:creationId xmlns:a16="http://schemas.microsoft.com/office/drawing/2014/main" id="{D213A1AA-D3C7-B5AC-4F9A-372FC7A83E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EB289410-E961-28F3-76FC-3499968E19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3028FE50-CBCC-4ECC-BE70-A35F20A2F4C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7411" name="Rectangle 2">
            <a:extLst>
              <a:ext uri="{FF2B5EF4-FFF2-40B4-BE49-F238E27FC236}">
                <a16:creationId xmlns:a16="http://schemas.microsoft.com/office/drawing/2014/main" id="{5407B2BC-43CA-8E2F-F2E0-0718F131FA1A}"/>
              </a:ext>
            </a:extLst>
          </p:cNvPr>
          <p:cNvSpPr>
            <a:spLocks noChangeArrowheads="1" noTextEdit="1"/>
          </p:cNvSpPr>
          <p:nvPr>
            <p:ph type="sldImg"/>
          </p:nvPr>
        </p:nvSpPr>
        <p:spPr>
          <a:ln/>
        </p:spPr>
      </p:sp>
      <p:sp>
        <p:nvSpPr>
          <p:cNvPr id="17412" name="Rectangle 3">
            <a:extLst>
              <a:ext uri="{FF2B5EF4-FFF2-40B4-BE49-F238E27FC236}">
                <a16:creationId xmlns:a16="http://schemas.microsoft.com/office/drawing/2014/main" id="{B2BD688E-9F21-7325-D339-7D182E5C1D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E452D4A2-AFCA-8677-BEB2-0A30CD116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AB990EAB-99EB-4B7A-AD4A-AD30422ACBEB}"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9459" name="Rectangle 2">
            <a:extLst>
              <a:ext uri="{FF2B5EF4-FFF2-40B4-BE49-F238E27FC236}">
                <a16:creationId xmlns:a16="http://schemas.microsoft.com/office/drawing/2014/main" id="{3EB25795-FC0C-2C8D-3E23-C88F90593479}"/>
              </a:ext>
            </a:extLst>
          </p:cNvPr>
          <p:cNvSpPr>
            <a:spLocks noChangeArrowheads="1" noTextEdit="1"/>
          </p:cNvSpPr>
          <p:nvPr>
            <p:ph type="sldImg"/>
          </p:nvPr>
        </p:nvSpPr>
        <p:spPr>
          <a:xfrm>
            <a:off x="441325" y="700088"/>
            <a:ext cx="6132513" cy="3449637"/>
          </a:xfrm>
          <a:ln/>
        </p:spPr>
      </p:sp>
      <p:sp>
        <p:nvSpPr>
          <p:cNvPr id="19460" name="Rectangle 3">
            <a:extLst>
              <a:ext uri="{FF2B5EF4-FFF2-40B4-BE49-F238E27FC236}">
                <a16:creationId xmlns:a16="http://schemas.microsoft.com/office/drawing/2014/main" id="{EED48650-4658-6B37-0088-9F89E4E8BDAB}"/>
              </a:ext>
            </a:extLst>
          </p:cNvPr>
          <p:cNvSpPr>
            <a:spLocks noGrp="1" noChangeArrowheads="1"/>
          </p:cNvSpPr>
          <p:nvPr>
            <p:ph type="body" idx="1"/>
          </p:nvPr>
        </p:nvSpPr>
        <p:spPr>
          <a:xfrm>
            <a:off x="933450" y="4387850"/>
            <a:ext cx="514191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D58D425E-611F-16D9-9234-3943C7F3D7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903BEDDA-F1CE-4C4B-BCC6-A24AA1DF68EA}"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4579" name="Rectangle 2">
            <a:extLst>
              <a:ext uri="{FF2B5EF4-FFF2-40B4-BE49-F238E27FC236}">
                <a16:creationId xmlns:a16="http://schemas.microsoft.com/office/drawing/2014/main" id="{9B8024B1-DE0F-F37B-AE9C-693043BED5F0}"/>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06489CAC-782A-88EC-A7F5-C04F8BED74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36A05A93-24D8-A084-FD3E-7A8F1E65FF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580D47E7-FD9E-4224-8F8D-8864EA2E6FCE}"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25642876-ED82-F1FD-AFA1-BFD9053E9A34}"/>
              </a:ext>
            </a:extLst>
          </p:cNvPr>
          <p:cNvSpPr>
            <a:spLocks noChangeArrowheads="1" noTextEdit="1"/>
          </p:cNvSpPr>
          <p:nvPr>
            <p:ph type="sldImg"/>
          </p:nvPr>
        </p:nvSpPr>
        <p:spPr>
          <a:ln/>
        </p:spPr>
      </p:sp>
      <p:sp>
        <p:nvSpPr>
          <p:cNvPr id="32772" name="Rectangle 3">
            <a:extLst>
              <a:ext uri="{FF2B5EF4-FFF2-40B4-BE49-F238E27FC236}">
                <a16:creationId xmlns:a16="http://schemas.microsoft.com/office/drawing/2014/main" id="{16C01389-A937-44B2-294F-6894F4D430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B06221B-DA7A-AF70-F054-9F81AC992C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0B5DF68F-AA6C-4922-B0CD-005143AEB0FA}"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5843" name="Rectangle 2">
            <a:extLst>
              <a:ext uri="{FF2B5EF4-FFF2-40B4-BE49-F238E27FC236}">
                <a16:creationId xmlns:a16="http://schemas.microsoft.com/office/drawing/2014/main" id="{1F47AC27-C577-24B5-0583-EE9BFDBFB982}"/>
              </a:ext>
            </a:extLst>
          </p:cNvPr>
          <p:cNvSpPr>
            <a:spLocks noChangeArrowheads="1" noTextEdit="1"/>
          </p:cNvSpPr>
          <p:nvPr>
            <p:ph type="sldImg"/>
          </p:nvPr>
        </p:nvSpPr>
        <p:spPr>
          <a:ln/>
        </p:spPr>
      </p:sp>
      <p:sp>
        <p:nvSpPr>
          <p:cNvPr id="35844" name="Rectangle 3">
            <a:extLst>
              <a:ext uri="{FF2B5EF4-FFF2-40B4-BE49-F238E27FC236}">
                <a16:creationId xmlns:a16="http://schemas.microsoft.com/office/drawing/2014/main" id="{E06FCBC8-75CC-50F6-5B2A-E8A5A1B2E9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A402DA7-EEA7-543B-5503-A47ACEC71A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8401FF6B-E1C5-468C-AD1F-F17D30F97AC6}"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56BFFC06-C7FA-AF82-D979-CFFFCB3EC370}"/>
              </a:ext>
            </a:extLst>
          </p:cNvPr>
          <p:cNvSpPr>
            <a:spLocks noChangeArrowheads="1" noTextEdit="1"/>
          </p:cNvSpPr>
          <p:nvPr>
            <p:ph type="sldImg"/>
          </p:nvPr>
        </p:nvSpPr>
        <p:spPr>
          <a:ln/>
        </p:spPr>
      </p:sp>
      <p:sp>
        <p:nvSpPr>
          <p:cNvPr id="40964" name="Rectangle 3">
            <a:extLst>
              <a:ext uri="{FF2B5EF4-FFF2-40B4-BE49-F238E27FC236}">
                <a16:creationId xmlns:a16="http://schemas.microsoft.com/office/drawing/2014/main" id="{56218784-0E10-3F88-FAE6-3BD06AB57B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FDCFA95-5F7C-50B8-B68D-203F6B38F8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7E12DA24-DA26-4B0F-9ED9-D7C22B54FCE6}"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8371" name="Rectangle 2">
            <a:extLst>
              <a:ext uri="{FF2B5EF4-FFF2-40B4-BE49-F238E27FC236}">
                <a16:creationId xmlns:a16="http://schemas.microsoft.com/office/drawing/2014/main" id="{86B1D193-3159-C1EE-4110-827A3E2F0922}"/>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C3238253-CB47-8792-EBC4-2E2BFBCC27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78D8BBC-DEB8-E615-0A94-DAAFACDB98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Calibri" panose="020F0502020204030204" pitchFamily="34" charset="0"/>
              </a:defRPr>
            </a:lvl1pPr>
            <a:lvl2pPr marL="742950" indent="-285750" defTabSz="931863">
              <a:defRPr>
                <a:solidFill>
                  <a:schemeClr val="tx1"/>
                </a:solidFill>
                <a:latin typeface="Calibri" panose="020F0502020204030204" pitchFamily="34" charset="0"/>
              </a:defRPr>
            </a:lvl2pPr>
            <a:lvl3pPr marL="1143000" indent="-228600" defTabSz="931863">
              <a:defRPr>
                <a:solidFill>
                  <a:schemeClr val="tx1"/>
                </a:solidFill>
                <a:latin typeface="Calibri" panose="020F0502020204030204" pitchFamily="34" charset="0"/>
              </a:defRPr>
            </a:lvl3pPr>
            <a:lvl4pPr marL="1600200" indent="-228600" defTabSz="931863">
              <a:defRPr>
                <a:solidFill>
                  <a:schemeClr val="tx1"/>
                </a:solidFill>
                <a:latin typeface="Calibri" panose="020F0502020204030204" pitchFamily="34" charset="0"/>
              </a:defRPr>
            </a:lvl4pPr>
            <a:lvl5pPr marL="2057400" indent="-228600" defTabSz="931863">
              <a:defRPr>
                <a:solidFill>
                  <a:schemeClr val="tx1"/>
                </a:solidFill>
                <a:latin typeface="Calibri" panose="020F0502020204030204" pitchFamily="34" charset="0"/>
              </a:defRPr>
            </a:lvl5pPr>
            <a:lvl6pPr marL="2514600" indent="-228600" defTabSz="931863" eaLnBrk="0" fontAlgn="base" hangingPunct="0">
              <a:spcBef>
                <a:spcPct val="0"/>
              </a:spcBef>
              <a:spcAft>
                <a:spcPct val="0"/>
              </a:spcAft>
              <a:defRPr>
                <a:solidFill>
                  <a:schemeClr val="tx1"/>
                </a:solidFill>
                <a:latin typeface="Calibri" panose="020F0502020204030204" pitchFamily="34" charset="0"/>
              </a:defRPr>
            </a:lvl6pPr>
            <a:lvl7pPr marL="2971800" indent="-228600" defTabSz="931863" eaLnBrk="0" fontAlgn="base" hangingPunct="0">
              <a:spcBef>
                <a:spcPct val="0"/>
              </a:spcBef>
              <a:spcAft>
                <a:spcPct val="0"/>
              </a:spcAft>
              <a:defRPr>
                <a:solidFill>
                  <a:schemeClr val="tx1"/>
                </a:solidFill>
                <a:latin typeface="Calibri" panose="020F0502020204030204" pitchFamily="34" charset="0"/>
              </a:defRPr>
            </a:lvl7pPr>
            <a:lvl8pPr marL="3429000" indent="-228600" defTabSz="931863" eaLnBrk="0" fontAlgn="base" hangingPunct="0">
              <a:spcBef>
                <a:spcPct val="0"/>
              </a:spcBef>
              <a:spcAft>
                <a:spcPct val="0"/>
              </a:spcAft>
              <a:defRPr>
                <a:solidFill>
                  <a:schemeClr val="tx1"/>
                </a:solidFill>
                <a:latin typeface="Calibri" panose="020F0502020204030204" pitchFamily="34" charset="0"/>
              </a:defRPr>
            </a:lvl8pPr>
            <a:lvl9pPr marL="3886200" indent="-228600" defTabSz="931863" eaLnBrk="0" fontAlgn="base" hangingPunct="0">
              <a:spcBef>
                <a:spcPct val="0"/>
              </a:spcBef>
              <a:spcAft>
                <a:spcPct val="0"/>
              </a:spcAft>
              <a:defRPr>
                <a:solidFill>
                  <a:schemeClr val="tx1"/>
                </a:solidFill>
                <a:latin typeface="Calibri" panose="020F0502020204030204" pitchFamily="34" charset="0"/>
              </a:defRPr>
            </a:lvl9pPr>
          </a:lstStyle>
          <a:p>
            <a:fld id="{AEBB5BA0-6FF2-4D9C-B1E3-8938EE1D881E}"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60419" name="Rectangle 2">
            <a:extLst>
              <a:ext uri="{FF2B5EF4-FFF2-40B4-BE49-F238E27FC236}">
                <a16:creationId xmlns:a16="http://schemas.microsoft.com/office/drawing/2014/main" id="{150037E2-81E0-8E0D-D21E-23EC3D94AF97}"/>
              </a:ext>
            </a:extLst>
          </p:cNvPr>
          <p:cNvSpPr>
            <a:spLocks noChangeArrowheads="1" noTextEdit="1"/>
          </p:cNvSpPr>
          <p:nvPr>
            <p:ph type="sldImg"/>
          </p:nvPr>
        </p:nvSpPr>
        <p:spPr>
          <a:ln/>
        </p:spPr>
      </p:sp>
      <p:sp>
        <p:nvSpPr>
          <p:cNvPr id="60420" name="Rectangle 3">
            <a:extLst>
              <a:ext uri="{FF2B5EF4-FFF2-40B4-BE49-F238E27FC236}">
                <a16:creationId xmlns:a16="http://schemas.microsoft.com/office/drawing/2014/main" id="{EAFC3B10-747F-1A73-D08A-FD3943246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589EE9-48EE-C163-9DF1-2F13D81C3356}"/>
              </a:ext>
            </a:extLst>
          </p:cNvPr>
          <p:cNvSpPr>
            <a:spLocks noGrp="1"/>
          </p:cNvSpPr>
          <p:nvPr>
            <p:ph type="dt" sz="half" idx="10"/>
          </p:nvPr>
        </p:nvSpPr>
        <p:spPr/>
        <p:txBody>
          <a:bodyPr/>
          <a:lstStyle>
            <a:lvl1pPr>
              <a:defRPr/>
            </a:lvl1pPr>
          </a:lstStyle>
          <a:p>
            <a:pPr>
              <a:defRPr/>
            </a:pPr>
            <a:fld id="{0490E3E4-77A5-4C55-972A-2BFF580F3567}" type="datetime1">
              <a:rPr lang="en-IN"/>
              <a:pPr>
                <a:defRPr/>
              </a:pPr>
              <a:t>13-07-2026</a:t>
            </a:fld>
            <a:endParaRPr lang="en-US"/>
          </a:p>
        </p:txBody>
      </p:sp>
      <p:sp>
        <p:nvSpPr>
          <p:cNvPr id="5" name="Footer Placeholder 4">
            <a:extLst>
              <a:ext uri="{FF2B5EF4-FFF2-40B4-BE49-F238E27FC236}">
                <a16:creationId xmlns:a16="http://schemas.microsoft.com/office/drawing/2014/main" id="{5CCC61D3-7740-D52C-A6C0-7DEBA7498E4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F637B98-E326-2A2E-A058-B17F1CE06F4C}"/>
              </a:ext>
            </a:extLst>
          </p:cNvPr>
          <p:cNvSpPr>
            <a:spLocks noGrp="1"/>
          </p:cNvSpPr>
          <p:nvPr>
            <p:ph type="sldNum" sz="quarter" idx="12"/>
          </p:nvPr>
        </p:nvSpPr>
        <p:spPr/>
        <p:txBody>
          <a:bodyPr/>
          <a:lstStyle>
            <a:lvl1pPr>
              <a:defRPr/>
            </a:lvl1pPr>
          </a:lstStyle>
          <a:p>
            <a:pPr>
              <a:defRPr/>
            </a:pPr>
            <a:fld id="{9444DA93-F52B-4A7C-8686-2E097F8C1D66}" type="slidenum">
              <a:rPr lang="en-US" altLang="en-US"/>
              <a:pPr>
                <a:defRPr/>
              </a:pPr>
              <a:t>‹#›</a:t>
            </a:fld>
            <a:endParaRPr lang="en-US" altLang="en-US"/>
          </a:p>
        </p:txBody>
      </p:sp>
    </p:spTree>
    <p:extLst>
      <p:ext uri="{BB962C8B-B14F-4D97-AF65-F5344CB8AC3E}">
        <p14:creationId xmlns:p14="http://schemas.microsoft.com/office/powerpoint/2010/main" val="685028178"/>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F3FDBB-1694-855A-EAEC-022896FB475A}"/>
              </a:ext>
            </a:extLst>
          </p:cNvPr>
          <p:cNvSpPr>
            <a:spLocks noGrp="1"/>
          </p:cNvSpPr>
          <p:nvPr>
            <p:ph type="dt" sz="half" idx="10"/>
          </p:nvPr>
        </p:nvSpPr>
        <p:spPr/>
        <p:txBody>
          <a:bodyPr/>
          <a:lstStyle>
            <a:lvl1pPr>
              <a:defRPr/>
            </a:lvl1pPr>
          </a:lstStyle>
          <a:p>
            <a:pPr>
              <a:defRPr/>
            </a:pPr>
            <a:fld id="{0E030ADC-36E0-49AB-8F21-910A8C757414}" type="datetime1">
              <a:rPr lang="en-IN"/>
              <a:pPr>
                <a:defRPr/>
              </a:pPr>
              <a:t>13-07-2026</a:t>
            </a:fld>
            <a:endParaRPr lang="en-IN"/>
          </a:p>
        </p:txBody>
      </p:sp>
      <p:sp>
        <p:nvSpPr>
          <p:cNvPr id="5" name="Footer Placeholder 4">
            <a:extLst>
              <a:ext uri="{FF2B5EF4-FFF2-40B4-BE49-F238E27FC236}">
                <a16:creationId xmlns:a16="http://schemas.microsoft.com/office/drawing/2014/main" id="{1F31287C-6564-6D00-5B57-45220425C6E9}"/>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155B126-AE21-6239-A7FF-5B5077D2EDE4}"/>
              </a:ext>
            </a:extLst>
          </p:cNvPr>
          <p:cNvSpPr>
            <a:spLocks noGrp="1"/>
          </p:cNvSpPr>
          <p:nvPr>
            <p:ph type="sldNum" sz="quarter" idx="12"/>
          </p:nvPr>
        </p:nvSpPr>
        <p:spPr/>
        <p:txBody>
          <a:bodyPr/>
          <a:lstStyle>
            <a:lvl1pPr>
              <a:defRPr/>
            </a:lvl1pPr>
          </a:lstStyle>
          <a:p>
            <a:pPr>
              <a:defRPr/>
            </a:pPr>
            <a:fld id="{A6954190-D30E-451A-95E3-76B2A67D29C6}" type="slidenum">
              <a:rPr lang="en-US" altLang="en-US"/>
              <a:pPr>
                <a:defRPr/>
              </a:pPr>
              <a:t>‹#›</a:t>
            </a:fld>
            <a:endParaRPr lang="en-US" altLang="en-US"/>
          </a:p>
        </p:txBody>
      </p:sp>
    </p:spTree>
    <p:extLst>
      <p:ext uri="{BB962C8B-B14F-4D97-AF65-F5344CB8AC3E}">
        <p14:creationId xmlns:p14="http://schemas.microsoft.com/office/powerpoint/2010/main" val="3647113924"/>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B3307C-548E-C25B-2123-DF8AAEF8A2D1}"/>
              </a:ext>
            </a:extLst>
          </p:cNvPr>
          <p:cNvSpPr>
            <a:spLocks noGrp="1"/>
          </p:cNvSpPr>
          <p:nvPr>
            <p:ph type="dt" sz="half" idx="10"/>
          </p:nvPr>
        </p:nvSpPr>
        <p:spPr/>
        <p:txBody>
          <a:bodyPr/>
          <a:lstStyle>
            <a:lvl1pPr>
              <a:defRPr/>
            </a:lvl1pPr>
          </a:lstStyle>
          <a:p>
            <a:pPr>
              <a:defRPr/>
            </a:pPr>
            <a:fld id="{3A8976B1-4D67-42F0-AE3A-F3278C08E0E3}" type="datetime1">
              <a:rPr lang="en-IN"/>
              <a:pPr>
                <a:defRPr/>
              </a:pPr>
              <a:t>13-07-2026</a:t>
            </a:fld>
            <a:endParaRPr lang="en-IN"/>
          </a:p>
        </p:txBody>
      </p:sp>
      <p:sp>
        <p:nvSpPr>
          <p:cNvPr id="5" name="Footer Placeholder 4">
            <a:extLst>
              <a:ext uri="{FF2B5EF4-FFF2-40B4-BE49-F238E27FC236}">
                <a16:creationId xmlns:a16="http://schemas.microsoft.com/office/drawing/2014/main" id="{1B78342A-9683-3C9B-2243-1D834155453D}"/>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BE5B839-6954-920F-E8EB-87FEB505DBA8}"/>
              </a:ext>
            </a:extLst>
          </p:cNvPr>
          <p:cNvSpPr>
            <a:spLocks noGrp="1"/>
          </p:cNvSpPr>
          <p:nvPr>
            <p:ph type="sldNum" sz="quarter" idx="12"/>
          </p:nvPr>
        </p:nvSpPr>
        <p:spPr/>
        <p:txBody>
          <a:bodyPr/>
          <a:lstStyle>
            <a:lvl1pPr>
              <a:defRPr/>
            </a:lvl1pPr>
          </a:lstStyle>
          <a:p>
            <a:pPr>
              <a:defRPr/>
            </a:pPr>
            <a:fld id="{C42117D5-3997-44E7-90D8-39FDA09B0639}" type="slidenum">
              <a:rPr lang="en-US" altLang="en-US"/>
              <a:pPr>
                <a:defRPr/>
              </a:pPr>
              <a:t>‹#›</a:t>
            </a:fld>
            <a:endParaRPr lang="en-US" altLang="en-US"/>
          </a:p>
        </p:txBody>
      </p:sp>
    </p:spTree>
    <p:extLst>
      <p:ext uri="{BB962C8B-B14F-4D97-AF65-F5344CB8AC3E}">
        <p14:creationId xmlns:p14="http://schemas.microsoft.com/office/powerpoint/2010/main" val="101058533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285CD9F6-4B87-5BEE-EFB1-A5363816728A}"/>
              </a:ext>
            </a:extLst>
          </p:cNvPr>
          <p:cNvSpPr>
            <a:spLocks noGrp="1"/>
          </p:cNvSpPr>
          <p:nvPr>
            <p:ph type="dt" sz="half" idx="10"/>
          </p:nvPr>
        </p:nvSpPr>
        <p:spPr/>
        <p:txBody>
          <a:bodyPr/>
          <a:lstStyle>
            <a:lvl1pPr>
              <a:defRPr/>
            </a:lvl1pPr>
          </a:lstStyle>
          <a:p>
            <a:pPr>
              <a:defRPr/>
            </a:pPr>
            <a:fld id="{1ECFD453-52B2-41FC-BC66-08B2173D3EE2}" type="datetime1">
              <a:rPr lang="en-IN"/>
              <a:pPr>
                <a:defRPr/>
              </a:pPr>
              <a:t>13-07-2026</a:t>
            </a:fld>
            <a:endParaRPr lang="en-IN"/>
          </a:p>
        </p:txBody>
      </p:sp>
      <p:sp>
        <p:nvSpPr>
          <p:cNvPr id="6" name="Footer Placeholder 4">
            <a:extLst>
              <a:ext uri="{FF2B5EF4-FFF2-40B4-BE49-F238E27FC236}">
                <a16:creationId xmlns:a16="http://schemas.microsoft.com/office/drawing/2014/main" id="{27DB31F1-00D5-C89F-5FC4-D663E2AAA1A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211C9CDB-4CA0-64B2-BDCA-49F562FC0503}"/>
              </a:ext>
            </a:extLst>
          </p:cNvPr>
          <p:cNvSpPr>
            <a:spLocks noGrp="1"/>
          </p:cNvSpPr>
          <p:nvPr>
            <p:ph type="sldNum" sz="quarter" idx="12"/>
          </p:nvPr>
        </p:nvSpPr>
        <p:spPr/>
        <p:txBody>
          <a:bodyPr/>
          <a:lstStyle>
            <a:lvl1pPr>
              <a:defRPr/>
            </a:lvl1pPr>
          </a:lstStyle>
          <a:p>
            <a:pPr>
              <a:defRPr/>
            </a:pPr>
            <a:fld id="{7339C1B7-A097-4091-8EDF-D5F9CAFB4FB8}" type="slidenum">
              <a:rPr lang="en-US" altLang="en-US"/>
              <a:pPr>
                <a:defRPr/>
              </a:pPr>
              <a:t>‹#›</a:t>
            </a:fld>
            <a:endParaRPr lang="en-US" altLang="en-US"/>
          </a:p>
        </p:txBody>
      </p:sp>
    </p:spTree>
    <p:extLst>
      <p:ext uri="{BB962C8B-B14F-4D97-AF65-F5344CB8AC3E}">
        <p14:creationId xmlns:p14="http://schemas.microsoft.com/office/powerpoint/2010/main" val="3038702386"/>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C367E47F-27F7-88FD-DDD8-91B9265F7D5B}"/>
              </a:ext>
            </a:extLst>
          </p:cNvPr>
          <p:cNvSpPr>
            <a:spLocks noGrp="1"/>
          </p:cNvSpPr>
          <p:nvPr>
            <p:ph type="dt" sz="half" idx="10"/>
          </p:nvPr>
        </p:nvSpPr>
        <p:spPr/>
        <p:txBody>
          <a:bodyPr/>
          <a:lstStyle>
            <a:lvl1pPr>
              <a:defRPr/>
            </a:lvl1pPr>
          </a:lstStyle>
          <a:p>
            <a:pPr>
              <a:defRPr/>
            </a:pPr>
            <a:fld id="{E4C99D55-DED9-43DE-A2D0-0446C16888B8}" type="datetime1">
              <a:rPr lang="en-IN"/>
              <a:pPr>
                <a:defRPr/>
              </a:pPr>
              <a:t>13-07-2026</a:t>
            </a:fld>
            <a:endParaRPr lang="en-IN"/>
          </a:p>
        </p:txBody>
      </p:sp>
      <p:sp>
        <p:nvSpPr>
          <p:cNvPr id="8" name="Footer Placeholder 4">
            <a:extLst>
              <a:ext uri="{FF2B5EF4-FFF2-40B4-BE49-F238E27FC236}">
                <a16:creationId xmlns:a16="http://schemas.microsoft.com/office/drawing/2014/main" id="{BC3F2EF2-D174-47C4-BEF5-0A37A7200923}"/>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122F0E03-BA56-997D-50BC-94BE783DB45F}"/>
              </a:ext>
            </a:extLst>
          </p:cNvPr>
          <p:cNvSpPr>
            <a:spLocks noGrp="1"/>
          </p:cNvSpPr>
          <p:nvPr>
            <p:ph type="sldNum" sz="quarter" idx="12"/>
          </p:nvPr>
        </p:nvSpPr>
        <p:spPr/>
        <p:txBody>
          <a:bodyPr/>
          <a:lstStyle>
            <a:lvl1pPr>
              <a:defRPr/>
            </a:lvl1pPr>
          </a:lstStyle>
          <a:p>
            <a:pPr>
              <a:defRPr/>
            </a:pPr>
            <a:fld id="{7969DC95-B8FD-409F-99F0-7D8A4109953F}" type="slidenum">
              <a:rPr lang="en-US" altLang="en-US"/>
              <a:pPr>
                <a:defRPr/>
              </a:pPr>
              <a:t>‹#›</a:t>
            </a:fld>
            <a:endParaRPr lang="en-US" altLang="en-US"/>
          </a:p>
        </p:txBody>
      </p:sp>
    </p:spTree>
    <p:extLst>
      <p:ext uri="{BB962C8B-B14F-4D97-AF65-F5344CB8AC3E}">
        <p14:creationId xmlns:p14="http://schemas.microsoft.com/office/powerpoint/2010/main" val="429685934"/>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7513DAB1-61E6-9716-DD2B-F31127C2A3DD}"/>
              </a:ext>
            </a:extLst>
          </p:cNvPr>
          <p:cNvSpPr>
            <a:spLocks noGrp="1"/>
          </p:cNvSpPr>
          <p:nvPr>
            <p:ph type="dt" sz="half" idx="10"/>
          </p:nvPr>
        </p:nvSpPr>
        <p:spPr/>
        <p:txBody>
          <a:bodyPr/>
          <a:lstStyle>
            <a:lvl1pPr>
              <a:defRPr/>
            </a:lvl1pPr>
          </a:lstStyle>
          <a:p>
            <a:pPr>
              <a:defRPr/>
            </a:pPr>
            <a:fld id="{5FE135D0-1959-4EE2-938C-2CFF5748CF2B}" type="datetime1">
              <a:rPr lang="en-IN"/>
              <a:pPr>
                <a:defRPr/>
              </a:pPr>
              <a:t>13-07-2026</a:t>
            </a:fld>
            <a:endParaRPr lang="en-IN"/>
          </a:p>
        </p:txBody>
      </p:sp>
      <p:sp>
        <p:nvSpPr>
          <p:cNvPr id="4" name="Footer Placeholder 4">
            <a:extLst>
              <a:ext uri="{FF2B5EF4-FFF2-40B4-BE49-F238E27FC236}">
                <a16:creationId xmlns:a16="http://schemas.microsoft.com/office/drawing/2014/main" id="{F5A44AA4-5A10-48AC-1290-2E3C46583483}"/>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442DEFE7-AD8C-D2BB-E7B9-9CA2416823A9}"/>
              </a:ext>
            </a:extLst>
          </p:cNvPr>
          <p:cNvSpPr>
            <a:spLocks noGrp="1"/>
          </p:cNvSpPr>
          <p:nvPr>
            <p:ph type="sldNum" sz="quarter" idx="12"/>
          </p:nvPr>
        </p:nvSpPr>
        <p:spPr/>
        <p:txBody>
          <a:bodyPr/>
          <a:lstStyle>
            <a:lvl1pPr>
              <a:defRPr/>
            </a:lvl1pPr>
          </a:lstStyle>
          <a:p>
            <a:pPr>
              <a:defRPr/>
            </a:pPr>
            <a:fld id="{9F2B5EA8-A4F4-41B5-99F4-9622AB7CAF90}" type="slidenum">
              <a:rPr lang="en-US" altLang="en-US"/>
              <a:pPr>
                <a:defRPr/>
              </a:pPr>
              <a:t>‹#›</a:t>
            </a:fld>
            <a:endParaRPr lang="en-US" altLang="en-US"/>
          </a:p>
        </p:txBody>
      </p:sp>
    </p:spTree>
    <p:extLst>
      <p:ext uri="{BB962C8B-B14F-4D97-AF65-F5344CB8AC3E}">
        <p14:creationId xmlns:p14="http://schemas.microsoft.com/office/powerpoint/2010/main" val="384410968"/>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96AB211-742D-73A3-C239-22F60376DAB7}"/>
              </a:ext>
            </a:extLst>
          </p:cNvPr>
          <p:cNvSpPr>
            <a:spLocks noGrp="1"/>
          </p:cNvSpPr>
          <p:nvPr>
            <p:ph type="dt" sz="half" idx="10"/>
          </p:nvPr>
        </p:nvSpPr>
        <p:spPr/>
        <p:txBody>
          <a:bodyPr/>
          <a:lstStyle>
            <a:lvl1pPr>
              <a:defRPr/>
            </a:lvl1pPr>
          </a:lstStyle>
          <a:p>
            <a:pPr>
              <a:defRPr/>
            </a:pPr>
            <a:fld id="{597E11B5-A995-44AB-8A66-28A41F60FFC3}" type="datetime1">
              <a:rPr lang="en-IN"/>
              <a:pPr>
                <a:defRPr/>
              </a:pPr>
              <a:t>13-07-2026</a:t>
            </a:fld>
            <a:endParaRPr lang="en-IN"/>
          </a:p>
        </p:txBody>
      </p:sp>
      <p:sp>
        <p:nvSpPr>
          <p:cNvPr id="3" name="Footer Placeholder 4">
            <a:extLst>
              <a:ext uri="{FF2B5EF4-FFF2-40B4-BE49-F238E27FC236}">
                <a16:creationId xmlns:a16="http://schemas.microsoft.com/office/drawing/2014/main" id="{EFB2661C-92DA-61FB-5395-952CD665BD41}"/>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70AB2D48-7173-F259-4BB7-885FD21D8D3D}"/>
              </a:ext>
            </a:extLst>
          </p:cNvPr>
          <p:cNvSpPr>
            <a:spLocks noGrp="1"/>
          </p:cNvSpPr>
          <p:nvPr>
            <p:ph type="sldNum" sz="quarter" idx="12"/>
          </p:nvPr>
        </p:nvSpPr>
        <p:spPr/>
        <p:txBody>
          <a:bodyPr/>
          <a:lstStyle>
            <a:lvl1pPr>
              <a:defRPr/>
            </a:lvl1pPr>
          </a:lstStyle>
          <a:p>
            <a:pPr>
              <a:defRPr/>
            </a:pPr>
            <a:fld id="{900C8EAD-E76F-4F8A-8CF1-2CFD81177684}" type="slidenum">
              <a:rPr lang="en-US" altLang="en-US"/>
              <a:pPr>
                <a:defRPr/>
              </a:pPr>
              <a:t>‹#›</a:t>
            </a:fld>
            <a:endParaRPr lang="en-US" altLang="en-US"/>
          </a:p>
        </p:txBody>
      </p:sp>
    </p:spTree>
    <p:extLst>
      <p:ext uri="{BB962C8B-B14F-4D97-AF65-F5344CB8AC3E}">
        <p14:creationId xmlns:p14="http://schemas.microsoft.com/office/powerpoint/2010/main" val="3783821563"/>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67DAB30-34C7-285B-F942-1C0AFC9D0D85}"/>
              </a:ext>
            </a:extLst>
          </p:cNvPr>
          <p:cNvSpPr>
            <a:spLocks noGrp="1"/>
          </p:cNvSpPr>
          <p:nvPr>
            <p:ph type="dt" sz="half" idx="10"/>
          </p:nvPr>
        </p:nvSpPr>
        <p:spPr/>
        <p:txBody>
          <a:bodyPr/>
          <a:lstStyle>
            <a:lvl1pPr>
              <a:defRPr/>
            </a:lvl1pPr>
          </a:lstStyle>
          <a:p>
            <a:pPr>
              <a:defRPr/>
            </a:pPr>
            <a:fld id="{66620728-3FB9-43E9-A4A2-FC2B7FA1A8E4}" type="datetime1">
              <a:rPr lang="en-IN"/>
              <a:pPr>
                <a:defRPr/>
              </a:pPr>
              <a:t>13-07-2026</a:t>
            </a:fld>
            <a:endParaRPr lang="en-IN"/>
          </a:p>
        </p:txBody>
      </p:sp>
      <p:sp>
        <p:nvSpPr>
          <p:cNvPr id="6" name="Footer Placeholder 4">
            <a:extLst>
              <a:ext uri="{FF2B5EF4-FFF2-40B4-BE49-F238E27FC236}">
                <a16:creationId xmlns:a16="http://schemas.microsoft.com/office/drawing/2014/main" id="{97748D55-E046-AB4E-650D-778D372C0DC5}"/>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5423FD52-C570-7147-3D01-82045DE72B7B}"/>
              </a:ext>
            </a:extLst>
          </p:cNvPr>
          <p:cNvSpPr>
            <a:spLocks noGrp="1"/>
          </p:cNvSpPr>
          <p:nvPr>
            <p:ph type="sldNum" sz="quarter" idx="12"/>
          </p:nvPr>
        </p:nvSpPr>
        <p:spPr/>
        <p:txBody>
          <a:bodyPr/>
          <a:lstStyle>
            <a:lvl1pPr>
              <a:defRPr/>
            </a:lvl1pPr>
          </a:lstStyle>
          <a:p>
            <a:pPr>
              <a:defRPr/>
            </a:pPr>
            <a:fld id="{AAB83A21-0D26-4294-879C-656F1D5E103B}" type="slidenum">
              <a:rPr lang="en-US" altLang="en-US"/>
              <a:pPr>
                <a:defRPr/>
              </a:pPr>
              <a:t>‹#›</a:t>
            </a:fld>
            <a:endParaRPr lang="en-US" altLang="en-US"/>
          </a:p>
        </p:txBody>
      </p:sp>
    </p:spTree>
    <p:extLst>
      <p:ext uri="{BB962C8B-B14F-4D97-AF65-F5344CB8AC3E}">
        <p14:creationId xmlns:p14="http://schemas.microsoft.com/office/powerpoint/2010/main" val="1547425037"/>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24514B7F-67E1-D484-8E86-0523EC0F041F}"/>
              </a:ext>
            </a:extLst>
          </p:cNvPr>
          <p:cNvSpPr>
            <a:spLocks noGrp="1"/>
          </p:cNvSpPr>
          <p:nvPr>
            <p:ph type="dt" sz="half" idx="10"/>
          </p:nvPr>
        </p:nvSpPr>
        <p:spPr/>
        <p:txBody>
          <a:bodyPr/>
          <a:lstStyle>
            <a:lvl1pPr>
              <a:defRPr/>
            </a:lvl1pPr>
          </a:lstStyle>
          <a:p>
            <a:pPr>
              <a:defRPr/>
            </a:pPr>
            <a:fld id="{A12DC27C-6CAB-4499-9FF6-02F12EDEC077}" type="datetime1">
              <a:rPr lang="en-IN"/>
              <a:pPr>
                <a:defRPr/>
              </a:pPr>
              <a:t>13-07-2026</a:t>
            </a:fld>
            <a:endParaRPr lang="en-IN"/>
          </a:p>
        </p:txBody>
      </p:sp>
      <p:sp>
        <p:nvSpPr>
          <p:cNvPr id="6" name="Footer Placeholder 4">
            <a:extLst>
              <a:ext uri="{FF2B5EF4-FFF2-40B4-BE49-F238E27FC236}">
                <a16:creationId xmlns:a16="http://schemas.microsoft.com/office/drawing/2014/main" id="{1218AFF7-7822-6EB8-AABB-2FC1FA67862B}"/>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60BD7638-B556-E6A1-C61F-610D93F85795}"/>
              </a:ext>
            </a:extLst>
          </p:cNvPr>
          <p:cNvSpPr>
            <a:spLocks noGrp="1"/>
          </p:cNvSpPr>
          <p:nvPr>
            <p:ph type="sldNum" sz="quarter" idx="12"/>
          </p:nvPr>
        </p:nvSpPr>
        <p:spPr/>
        <p:txBody>
          <a:bodyPr/>
          <a:lstStyle>
            <a:lvl1pPr>
              <a:defRPr/>
            </a:lvl1pPr>
          </a:lstStyle>
          <a:p>
            <a:pPr>
              <a:defRPr/>
            </a:pPr>
            <a:fld id="{2D7A80F4-372A-4F07-8557-C5DA327FAA83}" type="slidenum">
              <a:rPr lang="en-US" altLang="en-US"/>
              <a:pPr>
                <a:defRPr/>
              </a:pPr>
              <a:t>‹#›</a:t>
            </a:fld>
            <a:endParaRPr lang="en-US" altLang="en-US"/>
          </a:p>
        </p:txBody>
      </p:sp>
    </p:spTree>
    <p:extLst>
      <p:ext uri="{BB962C8B-B14F-4D97-AF65-F5344CB8AC3E}">
        <p14:creationId xmlns:p14="http://schemas.microsoft.com/office/powerpoint/2010/main" val="616793364"/>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74F0AF-3FBD-ECF8-388B-1AC6F4D501E3}"/>
              </a:ext>
            </a:extLst>
          </p:cNvPr>
          <p:cNvSpPr>
            <a:spLocks noGrp="1"/>
          </p:cNvSpPr>
          <p:nvPr>
            <p:ph type="dt" sz="half" idx="10"/>
          </p:nvPr>
        </p:nvSpPr>
        <p:spPr/>
        <p:txBody>
          <a:bodyPr/>
          <a:lstStyle>
            <a:lvl1pPr>
              <a:defRPr/>
            </a:lvl1pPr>
          </a:lstStyle>
          <a:p>
            <a:pPr>
              <a:defRPr/>
            </a:pPr>
            <a:fld id="{37D0B0A6-CF85-44C5-A28B-A09D3A2C7B0F}" type="datetime1">
              <a:rPr lang="en-IN"/>
              <a:pPr>
                <a:defRPr/>
              </a:pPr>
              <a:t>13-07-2026</a:t>
            </a:fld>
            <a:endParaRPr lang="en-IN"/>
          </a:p>
        </p:txBody>
      </p:sp>
      <p:sp>
        <p:nvSpPr>
          <p:cNvPr id="5" name="Footer Placeholder 4">
            <a:extLst>
              <a:ext uri="{FF2B5EF4-FFF2-40B4-BE49-F238E27FC236}">
                <a16:creationId xmlns:a16="http://schemas.microsoft.com/office/drawing/2014/main" id="{73576B8A-DFFF-587F-FCF1-4E09C0353FD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2E9895C-5627-8CB4-0671-A1550B70A82F}"/>
              </a:ext>
            </a:extLst>
          </p:cNvPr>
          <p:cNvSpPr>
            <a:spLocks noGrp="1"/>
          </p:cNvSpPr>
          <p:nvPr>
            <p:ph type="sldNum" sz="quarter" idx="12"/>
          </p:nvPr>
        </p:nvSpPr>
        <p:spPr/>
        <p:txBody>
          <a:bodyPr/>
          <a:lstStyle>
            <a:lvl1pPr>
              <a:defRPr/>
            </a:lvl1pPr>
          </a:lstStyle>
          <a:p>
            <a:pPr>
              <a:defRPr/>
            </a:pPr>
            <a:fld id="{DD368962-2CD8-4037-B488-AAC53319A7E8}" type="slidenum">
              <a:rPr lang="en-US" altLang="en-US"/>
              <a:pPr>
                <a:defRPr/>
              </a:pPr>
              <a:t>‹#›</a:t>
            </a:fld>
            <a:endParaRPr lang="en-US" altLang="en-US"/>
          </a:p>
        </p:txBody>
      </p:sp>
    </p:spTree>
    <p:extLst>
      <p:ext uri="{BB962C8B-B14F-4D97-AF65-F5344CB8AC3E}">
        <p14:creationId xmlns:p14="http://schemas.microsoft.com/office/powerpoint/2010/main" val="2183979005"/>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AA811-4D7E-59BD-FB89-B01182A217C1}"/>
              </a:ext>
            </a:extLst>
          </p:cNvPr>
          <p:cNvSpPr>
            <a:spLocks noGrp="1"/>
          </p:cNvSpPr>
          <p:nvPr>
            <p:ph type="dt" sz="half" idx="10"/>
          </p:nvPr>
        </p:nvSpPr>
        <p:spPr/>
        <p:txBody>
          <a:bodyPr/>
          <a:lstStyle>
            <a:lvl1pPr>
              <a:defRPr/>
            </a:lvl1pPr>
          </a:lstStyle>
          <a:p>
            <a:pPr>
              <a:defRPr/>
            </a:pPr>
            <a:fld id="{A1E4E571-A35C-4BA9-9B08-9E2237B90602}" type="datetime1">
              <a:rPr lang="en-IN"/>
              <a:pPr>
                <a:defRPr/>
              </a:pPr>
              <a:t>13-07-2026</a:t>
            </a:fld>
            <a:endParaRPr lang="en-IN"/>
          </a:p>
        </p:txBody>
      </p:sp>
      <p:sp>
        <p:nvSpPr>
          <p:cNvPr id="5" name="Footer Placeholder 4">
            <a:extLst>
              <a:ext uri="{FF2B5EF4-FFF2-40B4-BE49-F238E27FC236}">
                <a16:creationId xmlns:a16="http://schemas.microsoft.com/office/drawing/2014/main" id="{ABC7EE90-2C9B-F249-7774-87143EF3B73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81F3191-74F4-4F89-25D6-7AD2D3F9E2D5}"/>
              </a:ext>
            </a:extLst>
          </p:cNvPr>
          <p:cNvSpPr>
            <a:spLocks noGrp="1"/>
          </p:cNvSpPr>
          <p:nvPr>
            <p:ph type="sldNum" sz="quarter" idx="12"/>
          </p:nvPr>
        </p:nvSpPr>
        <p:spPr/>
        <p:txBody>
          <a:bodyPr/>
          <a:lstStyle>
            <a:lvl1pPr>
              <a:defRPr/>
            </a:lvl1pPr>
          </a:lstStyle>
          <a:p>
            <a:pPr>
              <a:defRPr/>
            </a:pPr>
            <a:fld id="{DDDD171D-6C5E-4EBB-878F-5E96E74EE1A9}" type="slidenum">
              <a:rPr lang="en-US" altLang="en-US"/>
              <a:pPr>
                <a:defRPr/>
              </a:pPr>
              <a:t>‹#›</a:t>
            </a:fld>
            <a:endParaRPr lang="en-US" altLang="en-US"/>
          </a:p>
        </p:txBody>
      </p:sp>
    </p:spTree>
    <p:extLst>
      <p:ext uri="{BB962C8B-B14F-4D97-AF65-F5344CB8AC3E}">
        <p14:creationId xmlns:p14="http://schemas.microsoft.com/office/powerpoint/2010/main" val="1138517480"/>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a:extLst>
              <a:ext uri="{FF2B5EF4-FFF2-40B4-BE49-F238E27FC236}">
                <a16:creationId xmlns:a16="http://schemas.microsoft.com/office/drawing/2014/main" id="{C7BA85F7-728A-A79D-F98C-B95249F9BF24}"/>
              </a:ext>
            </a:extLst>
          </p:cNvPr>
          <p:cNvSpPr>
            <a:spLocks noGrp="1" noChangeArrowheads="1"/>
          </p:cNvSpPr>
          <p:nvPr>
            <p:ph type="sldNum" sz="quarter" idx="10"/>
          </p:nvPr>
        </p:nvSpPr>
        <p:spPr/>
        <p:txBody>
          <a:bodyPr/>
          <a:lstStyle>
            <a:lvl1pPr>
              <a:defRPr/>
            </a:lvl1pPr>
          </a:lstStyle>
          <a:p>
            <a:pPr>
              <a:defRPr/>
            </a:pPr>
            <a:fld id="{BC5CA233-794A-4AE4-8916-F8EAEBD72361}" type="slidenum">
              <a:rPr lang="en-US" altLang="en-US"/>
              <a:pPr>
                <a:defRPr/>
              </a:pPr>
              <a:t>‹#›</a:t>
            </a:fld>
            <a:endParaRPr lang="en-US" altLang="en-US"/>
          </a:p>
        </p:txBody>
      </p:sp>
    </p:spTree>
    <p:extLst>
      <p:ext uri="{BB962C8B-B14F-4D97-AF65-F5344CB8AC3E}">
        <p14:creationId xmlns:p14="http://schemas.microsoft.com/office/powerpoint/2010/main" val="177712827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a:extLst>
              <a:ext uri="{FF2B5EF4-FFF2-40B4-BE49-F238E27FC236}">
                <a16:creationId xmlns:a16="http://schemas.microsoft.com/office/drawing/2014/main" id="{B733F436-EF55-7350-1A96-B158BB1C1A88}"/>
              </a:ext>
            </a:extLst>
          </p:cNvPr>
          <p:cNvSpPr>
            <a:spLocks noGrp="1" noChangeArrowheads="1"/>
          </p:cNvSpPr>
          <p:nvPr>
            <p:ph type="sldNum" sz="quarter" idx="10"/>
          </p:nvPr>
        </p:nvSpPr>
        <p:spPr/>
        <p:txBody>
          <a:bodyPr/>
          <a:lstStyle>
            <a:lvl1pPr>
              <a:defRPr/>
            </a:lvl1pPr>
          </a:lstStyle>
          <a:p>
            <a:pPr>
              <a:defRPr/>
            </a:pPr>
            <a:fld id="{FE058392-07CA-4C6E-A314-4633E479838C}" type="slidenum">
              <a:rPr lang="en-US" altLang="en-US"/>
              <a:pPr>
                <a:defRPr/>
              </a:pPr>
              <a:t>‹#›</a:t>
            </a:fld>
            <a:endParaRPr lang="en-US" altLang="en-US"/>
          </a:p>
        </p:txBody>
      </p:sp>
    </p:spTree>
    <p:extLst>
      <p:ext uri="{BB962C8B-B14F-4D97-AF65-F5344CB8AC3E}">
        <p14:creationId xmlns:p14="http://schemas.microsoft.com/office/powerpoint/2010/main" val="29433425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AF6FADDB-FBF4-5DAF-BD07-192569FC9FFA}"/>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34014B94-8018-BBD8-51FF-7B345CDD875D}"/>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91880410-6254-C1E5-C9C2-046201869D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BC4C79D-F703-4AE4-BA80-0E0BCFBDBC09}" type="datetime1">
              <a:rPr lang="en-IN"/>
              <a:pPr>
                <a:defRPr/>
              </a:pPr>
              <a:t>13-07-2026</a:t>
            </a:fld>
            <a:endParaRPr lang="en-IN"/>
          </a:p>
        </p:txBody>
      </p:sp>
      <p:sp>
        <p:nvSpPr>
          <p:cNvPr id="5" name="Footer Placeholder 4">
            <a:extLst>
              <a:ext uri="{FF2B5EF4-FFF2-40B4-BE49-F238E27FC236}">
                <a16:creationId xmlns:a16="http://schemas.microsoft.com/office/drawing/2014/main" id="{21A1BE97-62B7-0BC8-E672-3E14E3A91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E0E0F4E7-891A-BB82-3E9D-D56D2ECEBB3F}"/>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7AF72C07-26DE-4C49-A76D-01B9632A85C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40"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1" r:id="rId12"/>
    <p:sldLayoutId id="2147484142" r:id="rId13"/>
  </p:sldLayoutIdLst>
  <p:transition>
    <p:zoom/>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3.wmf"/><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8.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9.bin"/><Relationship Id="rId4" Type="http://schemas.openxmlformats.org/officeDocument/2006/relationships/image" Target="../media/image29.wmf"/></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3.wmf"/><Relationship Id="rId5" Type="http://schemas.openxmlformats.org/officeDocument/2006/relationships/oleObject" Target="../embeddings/oleObject11.bin"/><Relationship Id="rId4" Type="http://schemas.openxmlformats.org/officeDocument/2006/relationships/image" Target="../media/image32.wmf"/></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37.wmf"/></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a:extLst>
              <a:ext uri="{FF2B5EF4-FFF2-40B4-BE49-F238E27FC236}">
                <a16:creationId xmlns:a16="http://schemas.microsoft.com/office/drawing/2014/main" id="{31ECD70E-9FAA-8749-0AE3-87177D99F851}"/>
              </a:ext>
            </a:extLst>
          </p:cNvPr>
          <p:cNvSpPr>
            <a:spLocks noGrp="1" noChangeArrowheads="1"/>
          </p:cNvSpPr>
          <p:nvPr>
            <p:ph type="title"/>
          </p:nvPr>
        </p:nvSpPr>
        <p:spPr>
          <a:xfrm>
            <a:off x="1714500" y="1600200"/>
            <a:ext cx="8763000" cy="2286000"/>
          </a:xfrm>
        </p:spPr>
        <p:txBody>
          <a:bodyPr rtlCol="0">
            <a:normAutofit fontScale="90000"/>
          </a:bodyPr>
          <a:lstStyle/>
          <a:p>
            <a:pPr algn="ctr" eaLnBrk="1" fontAlgn="auto" hangingPunct="1">
              <a:spcAft>
                <a:spcPts val="0"/>
              </a:spcAft>
              <a:defRPr/>
            </a:pPr>
            <a:br>
              <a:rPr lang="en-GB" altLang="en-US" b="1" dirty="0"/>
            </a:br>
            <a:br>
              <a:rPr lang="en-GB" altLang="en-US" b="1" dirty="0"/>
            </a:br>
            <a:br>
              <a:rPr lang="en-GB" altLang="en-US" b="1" dirty="0"/>
            </a:br>
            <a:r>
              <a:rPr lang="en-GB" altLang="en-US" b="1" dirty="0"/>
              <a:t>Data science</a:t>
            </a:r>
            <a:br>
              <a:rPr lang="en-GB" altLang="en-US" b="1" dirty="0"/>
            </a:br>
            <a:r>
              <a:rPr lang="en-GB" altLang="en-US" b="1" dirty="0"/>
              <a:t>UNIT-I</a:t>
            </a:r>
            <a:br>
              <a:rPr lang="en-GB" altLang="en-US" b="1" dirty="0"/>
            </a:br>
            <a:r>
              <a:rPr lang="en-GB" altLang="en-US" b="1" dirty="0"/>
              <a:t>Similarity and Dissimilarity measures</a:t>
            </a:r>
            <a:endParaRPr lang="en-US" altLang="en-US" b="1" dirty="0"/>
          </a:p>
        </p:txBody>
      </p:sp>
      <p:sp>
        <p:nvSpPr>
          <p:cNvPr id="7171" name="Slide Number Placeholder 5">
            <a:extLst>
              <a:ext uri="{FF2B5EF4-FFF2-40B4-BE49-F238E27FC236}">
                <a16:creationId xmlns:a16="http://schemas.microsoft.com/office/drawing/2014/main" id="{337FFAA2-4485-B560-7CF5-43333F32BB9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2DA939D8-BB13-405B-9C9D-6356A36ABB84}" type="slidenum">
              <a:rPr lang="en-US" altLang="en-US" sz="1200" smtClean="0">
                <a:latin typeface="Tahoma" panose="020B0604030504040204" pitchFamily="34" charset="0"/>
              </a:rPr>
              <a:pPr>
                <a:lnSpc>
                  <a:spcPct val="100000"/>
                </a:lnSpc>
                <a:spcBef>
                  <a:spcPct val="0"/>
                </a:spcBef>
                <a:buFontTx/>
                <a:buNone/>
              </a:pPr>
              <a:t>1</a:t>
            </a:fld>
            <a:endParaRPr lang="en-US" altLang="en-US" sz="1200">
              <a:latin typeface="Tahoma" panose="020B0604030504040204" pitchFamily="34" charset="0"/>
            </a:endParaRPr>
          </a:p>
        </p:txBody>
      </p:sp>
      <p:sp>
        <p:nvSpPr>
          <p:cNvPr id="4" name="Rectangle 3">
            <a:extLst>
              <a:ext uri="{FF2B5EF4-FFF2-40B4-BE49-F238E27FC236}">
                <a16:creationId xmlns:a16="http://schemas.microsoft.com/office/drawing/2014/main" id="{DBE32E43-3006-8E81-768C-9FE92203BE48}"/>
              </a:ext>
            </a:extLst>
          </p:cNvPr>
          <p:cNvSpPr/>
          <p:nvPr/>
        </p:nvSpPr>
        <p:spPr>
          <a:xfrm>
            <a:off x="123825" y="169863"/>
            <a:ext cx="11944350" cy="661193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5" name="Straight Connector 4">
            <a:extLst>
              <a:ext uri="{FF2B5EF4-FFF2-40B4-BE49-F238E27FC236}">
                <a16:creationId xmlns:a16="http://schemas.microsoft.com/office/drawing/2014/main" id="{816E880C-E56F-5D9B-CA8F-1B22F413CCC1}"/>
              </a:ext>
            </a:extLst>
          </p:cNvPr>
          <p:cNvCxnSpPr/>
          <p:nvPr/>
        </p:nvCxnSpPr>
        <p:spPr>
          <a:xfrm>
            <a:off x="123825" y="4724400"/>
            <a:ext cx="11944350"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CF24497-7973-76D2-8C2E-F8E47ED29DC0}"/>
              </a:ext>
            </a:extLst>
          </p:cNvPr>
          <p:cNvSpPr>
            <a:spLocks noGrp="1" noChangeArrowheads="1"/>
          </p:cNvSpPr>
          <p:nvPr>
            <p:ph type="title"/>
          </p:nvPr>
        </p:nvSpPr>
        <p:spPr>
          <a:xfrm>
            <a:off x="119063" y="136525"/>
            <a:ext cx="10515600" cy="1325563"/>
          </a:xfrm>
        </p:spPr>
        <p:txBody>
          <a:bodyPr/>
          <a:lstStyle/>
          <a:p>
            <a:pPr eaLnBrk="1" hangingPunct="1"/>
            <a:r>
              <a:rPr lang="en-US" altLang="en-US" sz="3600" b="1">
                <a:solidFill>
                  <a:srgbClr val="170981"/>
                </a:solidFill>
              </a:rPr>
              <a:t>Similarity and Dissimilarity</a:t>
            </a:r>
          </a:p>
        </p:txBody>
      </p:sp>
      <p:sp>
        <p:nvSpPr>
          <p:cNvPr id="9219" name="Rectangle 3">
            <a:extLst>
              <a:ext uri="{FF2B5EF4-FFF2-40B4-BE49-F238E27FC236}">
                <a16:creationId xmlns:a16="http://schemas.microsoft.com/office/drawing/2014/main" id="{6413736E-3E5D-C559-4624-DE6BF92A0FB3}"/>
              </a:ext>
            </a:extLst>
          </p:cNvPr>
          <p:cNvSpPr>
            <a:spLocks noGrp="1" noChangeArrowheads="1"/>
          </p:cNvSpPr>
          <p:nvPr>
            <p:ph idx="1"/>
          </p:nvPr>
        </p:nvSpPr>
        <p:spPr>
          <a:xfrm>
            <a:off x="838200" y="5354638"/>
            <a:ext cx="6781800" cy="512762"/>
          </a:xfrm>
        </p:spPr>
        <p:txBody>
          <a:bodyPr/>
          <a:lstStyle/>
          <a:p>
            <a:pPr marL="0" indent="0" eaLnBrk="1" hangingPunct="1">
              <a:buFont typeface="Arial" panose="020B0604020202020204" pitchFamily="34" charset="0"/>
              <a:buNone/>
            </a:pPr>
            <a:r>
              <a:rPr lang="en-US" altLang="en-US" sz="3600" b="1"/>
              <a:t>Proximity</a:t>
            </a:r>
            <a:r>
              <a:rPr lang="en-US" altLang="en-US" sz="2400" b="1"/>
              <a:t>: </a:t>
            </a:r>
            <a:r>
              <a:rPr lang="en-US" altLang="en-US" sz="2400"/>
              <a:t> refers to a similarity or dissimilarity</a:t>
            </a:r>
          </a:p>
        </p:txBody>
      </p:sp>
      <p:sp>
        <p:nvSpPr>
          <p:cNvPr id="9220" name="Slide Number Placeholder 5">
            <a:extLst>
              <a:ext uri="{FF2B5EF4-FFF2-40B4-BE49-F238E27FC236}">
                <a16:creationId xmlns:a16="http://schemas.microsoft.com/office/drawing/2014/main" id="{96077A2C-AA2C-89E1-3135-0EBE5F1294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FE7F3164-48E0-4E4B-A4A3-382EFF687F34}" type="slidenum">
              <a:rPr lang="en-US" altLang="en-US" sz="1200" smtClean="0">
                <a:latin typeface="Tahoma" panose="020B0604030504040204" pitchFamily="34" charset="0"/>
              </a:rPr>
              <a:pPr>
                <a:lnSpc>
                  <a:spcPct val="100000"/>
                </a:lnSpc>
                <a:spcBef>
                  <a:spcPct val="0"/>
                </a:spcBef>
                <a:buFontTx/>
                <a:buNone/>
              </a:pPr>
              <a:t>2</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FB354C22-69A3-1618-6923-45060AE261B1}"/>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E91B2ABA-78DC-4BEA-5D85-4F1EDD4A162D}"/>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9223" name="Picture 2">
            <a:extLst>
              <a:ext uri="{FF2B5EF4-FFF2-40B4-BE49-F238E27FC236}">
                <a16:creationId xmlns:a16="http://schemas.microsoft.com/office/drawing/2014/main" id="{9B0E2D36-A610-827E-9A25-F8F1B78F9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658"/>
          <a:stretch>
            <a:fillRect/>
          </a:stretch>
        </p:blipFill>
        <p:spPr bwMode="auto">
          <a:xfrm>
            <a:off x="398463" y="2103438"/>
            <a:ext cx="5872162"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6">
            <a:extLst>
              <a:ext uri="{FF2B5EF4-FFF2-40B4-BE49-F238E27FC236}">
                <a16:creationId xmlns:a16="http://schemas.microsoft.com/office/drawing/2014/main" id="{FC36FB43-B15D-0589-0173-9E43DBF5B2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811"/>
          <a:stretch>
            <a:fillRect/>
          </a:stretch>
        </p:blipFill>
        <p:spPr bwMode="auto">
          <a:xfrm>
            <a:off x="6818313" y="1781175"/>
            <a:ext cx="5003800"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Box 7">
            <a:extLst>
              <a:ext uri="{FF2B5EF4-FFF2-40B4-BE49-F238E27FC236}">
                <a16:creationId xmlns:a16="http://schemas.microsoft.com/office/drawing/2014/main" id="{73184111-F238-1136-ADF1-A93FB3F52338}"/>
              </a:ext>
            </a:extLst>
          </p:cNvPr>
          <p:cNvSpPr txBox="1">
            <a:spLocks noChangeArrowheads="1"/>
          </p:cNvSpPr>
          <p:nvPr/>
        </p:nvSpPr>
        <p:spPr bwMode="auto">
          <a:xfrm>
            <a:off x="398463" y="1485900"/>
            <a:ext cx="2003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r>
              <a:rPr lang="en-GB" altLang="en-US" sz="3600" b="1"/>
              <a:t>Similarity</a:t>
            </a:r>
            <a:endParaRPr lang="en-IN" altLang="en-US" sz="3600" b="1"/>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88174A9-22F5-C279-5B2B-FDB8B4E70414}"/>
              </a:ext>
            </a:extLst>
          </p:cNvPr>
          <p:cNvSpPr txBox="1">
            <a:spLocks noGrp="1"/>
          </p:cNvSpPr>
          <p:nvPr>
            <p:ph type="title"/>
          </p:nvPr>
        </p:nvSpPr>
        <p:spPr>
          <a:xfrm>
            <a:off x="457200" y="393700"/>
            <a:ext cx="8991600" cy="509588"/>
          </a:xfrm>
        </p:spPr>
        <p:txBody>
          <a:bodyPr lIns="0" tIns="12383" rIns="0" bIns="0" rtlCol="0">
            <a:spAutoFit/>
          </a:bodyPr>
          <a:lstStyle/>
          <a:p>
            <a:pPr marL="9525" eaLnBrk="1" fontAlgn="auto" hangingPunct="1">
              <a:spcBef>
                <a:spcPts val="98"/>
              </a:spcBef>
              <a:spcAft>
                <a:spcPts val="0"/>
              </a:spcAft>
              <a:defRPr/>
            </a:pPr>
            <a:r>
              <a:rPr lang="en-US" altLang="en-US" sz="3600" b="1" dirty="0">
                <a:solidFill>
                  <a:srgbClr val="C00000"/>
                </a:solidFill>
              </a:rPr>
              <a:t>Similarity and  Dissimilarity  Applications</a:t>
            </a:r>
            <a:r>
              <a:rPr sz="3600" b="1" spc="-11" dirty="0"/>
              <a:t>:</a:t>
            </a:r>
            <a:endParaRPr sz="3600" b="1" dirty="0"/>
          </a:p>
        </p:txBody>
      </p:sp>
      <p:grpSp>
        <p:nvGrpSpPr>
          <p:cNvPr id="11267" name="object 3">
            <a:extLst>
              <a:ext uri="{FF2B5EF4-FFF2-40B4-BE49-F238E27FC236}">
                <a16:creationId xmlns:a16="http://schemas.microsoft.com/office/drawing/2014/main" id="{E2AF0291-F237-515E-0132-8D1832B9FCD5}"/>
              </a:ext>
            </a:extLst>
          </p:cNvPr>
          <p:cNvGrpSpPr>
            <a:grpSpLocks/>
          </p:cNvGrpSpPr>
          <p:nvPr/>
        </p:nvGrpSpPr>
        <p:grpSpPr bwMode="auto">
          <a:xfrm>
            <a:off x="7239000" y="1447800"/>
            <a:ext cx="2849563" cy="1752600"/>
            <a:chOff x="1381125" y="1647825"/>
            <a:chExt cx="9191625" cy="4581525"/>
          </a:xfrm>
        </p:grpSpPr>
        <p:pic>
          <p:nvPicPr>
            <p:cNvPr id="11276" name="object 4">
              <a:extLst>
                <a:ext uri="{FF2B5EF4-FFF2-40B4-BE49-F238E27FC236}">
                  <a16:creationId xmlns:a16="http://schemas.microsoft.com/office/drawing/2014/main" id="{79695C10-EF63-AABF-DB04-B1B09CB5B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275" y="1774896"/>
              <a:ext cx="9077325" cy="4234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object 5">
              <a:extLst>
                <a:ext uri="{FF2B5EF4-FFF2-40B4-BE49-F238E27FC236}">
                  <a16:creationId xmlns:a16="http://schemas.microsoft.com/office/drawing/2014/main" id="{386B1E2E-3901-D1A6-D778-B3207DBF9CAA}"/>
                </a:ext>
              </a:extLst>
            </p:cNvPr>
            <p:cNvSpPr>
              <a:spLocks/>
            </p:cNvSpPr>
            <p:nvPr/>
          </p:nvSpPr>
          <p:spPr bwMode="auto">
            <a:xfrm>
              <a:off x="1409700" y="1676400"/>
              <a:ext cx="9134475" cy="4524375"/>
            </a:xfrm>
            <a:custGeom>
              <a:avLst/>
              <a:gdLst>
                <a:gd name="T0" fmla="*/ 0 w 9134475"/>
                <a:gd name="T1" fmla="*/ 4524375 h 4524375"/>
                <a:gd name="T2" fmla="*/ 9134475 w 9134475"/>
                <a:gd name="T3" fmla="*/ 4524375 h 4524375"/>
                <a:gd name="T4" fmla="*/ 9134475 w 9134475"/>
                <a:gd name="T5" fmla="*/ 0 h 4524375"/>
                <a:gd name="T6" fmla="*/ 0 w 9134475"/>
                <a:gd name="T7" fmla="*/ 0 h 4524375"/>
                <a:gd name="T8" fmla="*/ 0 w 9134475"/>
                <a:gd name="T9" fmla="*/ 4524375 h 4524375"/>
                <a:gd name="T10" fmla="*/ 0 60000 65536"/>
                <a:gd name="T11" fmla="*/ 0 60000 65536"/>
                <a:gd name="T12" fmla="*/ 0 60000 65536"/>
                <a:gd name="T13" fmla="*/ 0 60000 65536"/>
                <a:gd name="T14" fmla="*/ 0 60000 65536"/>
                <a:gd name="T15" fmla="*/ 0 w 9134475"/>
                <a:gd name="T16" fmla="*/ 0 h 4524375"/>
                <a:gd name="T17" fmla="*/ 9134475 w 9134475"/>
                <a:gd name="T18" fmla="*/ 4524375 h 4524375"/>
              </a:gdLst>
              <a:ahLst/>
              <a:cxnLst>
                <a:cxn ang="T10">
                  <a:pos x="T0" y="T1"/>
                </a:cxn>
                <a:cxn ang="T11">
                  <a:pos x="T2" y="T3"/>
                </a:cxn>
                <a:cxn ang="T12">
                  <a:pos x="T4" y="T5"/>
                </a:cxn>
                <a:cxn ang="T13">
                  <a:pos x="T6" y="T7"/>
                </a:cxn>
                <a:cxn ang="T14">
                  <a:pos x="T8" y="T9"/>
                </a:cxn>
              </a:cxnLst>
              <a:rect l="T15" t="T16" r="T17" b="T18"/>
              <a:pathLst>
                <a:path w="9134475" h="4524375">
                  <a:moveTo>
                    <a:pt x="0" y="4524375"/>
                  </a:moveTo>
                  <a:lnTo>
                    <a:pt x="9134475" y="4524375"/>
                  </a:lnTo>
                  <a:lnTo>
                    <a:pt x="9134475" y="0"/>
                  </a:lnTo>
                  <a:lnTo>
                    <a:pt x="0" y="0"/>
                  </a:lnTo>
                  <a:lnTo>
                    <a:pt x="0" y="4524375"/>
                  </a:lnTo>
                  <a:close/>
                </a:path>
              </a:pathLst>
            </a:custGeom>
            <a:noFill/>
            <a:ln w="57150">
              <a:solidFill>
                <a:srgbClr val="538235"/>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a:p>
          </p:txBody>
        </p:sp>
      </p:grpSp>
      <p:sp>
        <p:nvSpPr>
          <p:cNvPr id="6" name="object 6">
            <a:extLst>
              <a:ext uri="{FF2B5EF4-FFF2-40B4-BE49-F238E27FC236}">
                <a16:creationId xmlns:a16="http://schemas.microsoft.com/office/drawing/2014/main" id="{3A86A8EB-1206-A3A4-36BA-E9C9D2342A94}"/>
              </a:ext>
            </a:extLst>
          </p:cNvPr>
          <p:cNvSpPr txBox="1"/>
          <p:nvPr/>
        </p:nvSpPr>
        <p:spPr>
          <a:xfrm>
            <a:off x="812800" y="1533525"/>
            <a:ext cx="3471863" cy="1601788"/>
          </a:xfrm>
          <a:prstGeom prst="rect">
            <a:avLst/>
          </a:prstGeom>
        </p:spPr>
        <p:txBody>
          <a:bodyPr lIns="0" tIns="11906" rIns="0" bIns="0">
            <a:spAutoFit/>
          </a:bodyPr>
          <a:lstStyle/>
          <a:p>
            <a:pPr marL="223838" indent="-214313" eaLnBrk="1" fontAlgn="auto" hangingPunct="1">
              <a:spcBef>
                <a:spcPts val="94"/>
              </a:spcBef>
              <a:spcAft>
                <a:spcPts val="0"/>
              </a:spcAft>
              <a:buFont typeface="Arial"/>
              <a:buChar char="•"/>
              <a:tabLst>
                <a:tab pos="223361" algn="l"/>
                <a:tab pos="223838" algn="l"/>
              </a:tabLst>
              <a:defRPr/>
            </a:pPr>
            <a:r>
              <a:rPr sz="2000" spc="-15" dirty="0">
                <a:latin typeface="Arial Narrow" panose="020B0606020202030204" pitchFamily="34" charset="0"/>
                <a:cs typeface="Calibri"/>
              </a:rPr>
              <a:t>Web</a:t>
            </a:r>
            <a:r>
              <a:rPr sz="2000" spc="-41" dirty="0">
                <a:latin typeface="Arial Narrow" panose="020B0606020202030204" pitchFamily="34" charset="0"/>
                <a:cs typeface="Calibri"/>
              </a:rPr>
              <a:t> </a:t>
            </a:r>
            <a:r>
              <a:rPr sz="2000" spc="-4" dirty="0">
                <a:latin typeface="Arial Narrow" panose="020B0606020202030204" pitchFamily="34" charset="0"/>
                <a:cs typeface="Calibri"/>
              </a:rPr>
              <a:t>search</a:t>
            </a:r>
            <a:endParaRPr lang="en-GB" sz="2000" spc="-4" dirty="0">
              <a:latin typeface="Arial Narrow" panose="020B0606020202030204" pitchFamily="34" charset="0"/>
              <a:cs typeface="Calibri"/>
            </a:endParaRPr>
          </a:p>
          <a:p>
            <a:pPr marL="223838" indent="-214313" eaLnBrk="1" fontAlgn="auto" hangingPunct="1">
              <a:spcBef>
                <a:spcPts val="94"/>
              </a:spcBef>
              <a:spcAft>
                <a:spcPts val="0"/>
              </a:spcAft>
              <a:buFont typeface="Arial"/>
              <a:buChar char="•"/>
              <a:tabLst>
                <a:tab pos="223361" algn="l"/>
                <a:tab pos="223838" algn="l"/>
              </a:tabLst>
              <a:defRPr/>
            </a:pPr>
            <a:r>
              <a:rPr lang="en-US" altLang="en-US" sz="2000" dirty="0">
                <a:latin typeface="Arial Narrow" panose="020B0606020202030204" pitchFamily="34" charset="0"/>
              </a:rPr>
              <a:t>Computer  vision:</a:t>
            </a:r>
          </a:p>
          <a:p>
            <a:pPr marL="223838" indent="-214313" eaLnBrk="1" fontAlgn="auto" hangingPunct="1">
              <a:spcBef>
                <a:spcPts val="94"/>
              </a:spcBef>
              <a:spcAft>
                <a:spcPts val="0"/>
              </a:spcAft>
              <a:buFont typeface="Arial"/>
              <a:buChar char="•"/>
              <a:tabLst>
                <a:tab pos="223361" algn="l"/>
                <a:tab pos="223838" algn="l"/>
              </a:tabLst>
              <a:defRPr/>
            </a:pPr>
            <a:r>
              <a:rPr lang="en-IN" sz="2000" spc="56" dirty="0">
                <a:latin typeface="Arial Narrow" panose="020B0606020202030204" pitchFamily="34" charset="0"/>
              </a:rPr>
              <a:t>I</a:t>
            </a:r>
            <a:r>
              <a:rPr lang="en-IN" sz="2000" spc="26" dirty="0">
                <a:latin typeface="Arial Narrow" panose="020B0606020202030204" pitchFamily="34" charset="0"/>
              </a:rPr>
              <a:t>m</a:t>
            </a:r>
            <a:r>
              <a:rPr lang="en-IN" sz="2000" spc="-38" dirty="0">
                <a:latin typeface="Arial Narrow" panose="020B0606020202030204" pitchFamily="34" charset="0"/>
              </a:rPr>
              <a:t>a</a:t>
            </a:r>
            <a:r>
              <a:rPr lang="en-IN" sz="2000" spc="-30" dirty="0">
                <a:latin typeface="Arial Narrow" panose="020B0606020202030204" pitchFamily="34" charset="0"/>
              </a:rPr>
              <a:t>g</a:t>
            </a:r>
            <a:r>
              <a:rPr lang="en-IN" sz="2000" spc="8" dirty="0">
                <a:latin typeface="Arial Narrow" panose="020B0606020202030204" pitchFamily="34" charset="0"/>
              </a:rPr>
              <a:t>e</a:t>
            </a:r>
            <a:r>
              <a:rPr lang="en-US" sz="2000" spc="8" dirty="0">
                <a:latin typeface="Arial Narrow" panose="020B0606020202030204" pitchFamily="34" charset="0"/>
              </a:rPr>
              <a:t> Processing</a:t>
            </a:r>
          </a:p>
          <a:p>
            <a:pPr marL="223838" indent="-214313" eaLnBrk="1" fontAlgn="auto" hangingPunct="1">
              <a:spcBef>
                <a:spcPts val="94"/>
              </a:spcBef>
              <a:spcAft>
                <a:spcPts val="0"/>
              </a:spcAft>
              <a:buFont typeface="Arial"/>
              <a:buChar char="•"/>
              <a:tabLst>
                <a:tab pos="223361" algn="l"/>
                <a:tab pos="223838" algn="l"/>
              </a:tabLst>
              <a:defRPr/>
            </a:pPr>
            <a:r>
              <a:rPr lang="en-US" altLang="en-US" sz="2000" dirty="0">
                <a:latin typeface="Arial Narrow" panose="020B0606020202030204" pitchFamily="34" charset="0"/>
              </a:rPr>
              <a:t>Natural  language processing</a:t>
            </a:r>
          </a:p>
          <a:p>
            <a:pPr marL="223838" indent="-214313" eaLnBrk="1" fontAlgn="auto" hangingPunct="1">
              <a:spcBef>
                <a:spcPts val="94"/>
              </a:spcBef>
              <a:spcAft>
                <a:spcPts val="0"/>
              </a:spcAft>
              <a:buFont typeface="Arial"/>
              <a:buChar char="•"/>
              <a:tabLst>
                <a:tab pos="223361" algn="l"/>
                <a:tab pos="223838" algn="l"/>
              </a:tabLst>
              <a:defRPr/>
            </a:pPr>
            <a:r>
              <a:rPr lang="en-US" sz="2000" dirty="0">
                <a:latin typeface="Arial Narrow" panose="020B0606020202030204" pitchFamily="34" charset="0"/>
                <a:cs typeface="Calibri"/>
              </a:rPr>
              <a:t>Clustering outliers</a:t>
            </a:r>
            <a:endParaRPr sz="2000" dirty="0">
              <a:latin typeface="Arial Narrow" panose="020B0606020202030204" pitchFamily="34" charset="0"/>
              <a:cs typeface="Calibri"/>
            </a:endParaRPr>
          </a:p>
        </p:txBody>
      </p:sp>
      <p:pic>
        <p:nvPicPr>
          <p:cNvPr id="11269" name="Picture 2">
            <a:extLst>
              <a:ext uri="{FF2B5EF4-FFF2-40B4-BE49-F238E27FC236}">
                <a16:creationId xmlns:a16="http://schemas.microsoft.com/office/drawing/2014/main" id="{49DE67F2-C911-791C-6618-8E919C5F3C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975" y="3454400"/>
            <a:ext cx="2327275"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3">
            <a:extLst>
              <a:ext uri="{FF2B5EF4-FFF2-40B4-BE49-F238E27FC236}">
                <a16:creationId xmlns:a16="http://schemas.microsoft.com/office/drawing/2014/main" id="{9A8B04C1-B9FC-7FDA-8E0C-A92F23213F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0800" y="5184775"/>
            <a:ext cx="2493963"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4">
            <a:extLst>
              <a:ext uri="{FF2B5EF4-FFF2-40B4-BE49-F238E27FC236}">
                <a16:creationId xmlns:a16="http://schemas.microsoft.com/office/drawing/2014/main" id="{59CF366B-5B4A-A856-CDB7-7690BA0B89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1850" y="2811463"/>
            <a:ext cx="3200400"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2" name="Picture 6">
            <a:extLst>
              <a:ext uri="{FF2B5EF4-FFF2-40B4-BE49-F238E27FC236}">
                <a16:creationId xmlns:a16="http://schemas.microsoft.com/office/drawing/2014/main" id="{A946912F-0560-1766-25FA-A50E8EA561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4675" y="4879975"/>
            <a:ext cx="34290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4D74A4EA-8975-D20C-B677-F5678D476BC0}"/>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12" name="Straight Connector 11">
            <a:extLst>
              <a:ext uri="{FF2B5EF4-FFF2-40B4-BE49-F238E27FC236}">
                <a16:creationId xmlns:a16="http://schemas.microsoft.com/office/drawing/2014/main" id="{EC6F4951-A42F-65B7-2AC0-0BF50C09FBA5}"/>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1275" name="Slide Number Placeholder 2">
            <a:extLst>
              <a:ext uri="{FF2B5EF4-FFF2-40B4-BE49-F238E27FC236}">
                <a16:creationId xmlns:a16="http://schemas.microsoft.com/office/drawing/2014/main" id="{4AD38D81-D9B6-7447-FFE6-9EE53EAF72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A65C6C4A-DB84-4C0F-B0B9-6B10420F5C64}" type="slidenum">
              <a:rPr lang="en-US" altLang="en-US" sz="1200" smtClean="0">
                <a:solidFill>
                  <a:srgbClr val="898989"/>
                </a:solidFill>
              </a:rPr>
              <a:pPr>
                <a:lnSpc>
                  <a:spcPct val="100000"/>
                </a:lnSpc>
                <a:spcBef>
                  <a:spcPct val="0"/>
                </a:spcBef>
                <a:buFontTx/>
                <a:buNone/>
              </a:pPr>
              <a:t>3</a:t>
            </a:fld>
            <a:endParaRPr lang="en-US" altLang="en-US" sz="1200">
              <a:solidFill>
                <a:srgbClr val="898989"/>
              </a:solidFill>
            </a:endParaRP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879752F-B6F2-3DAB-28A9-8CC9BA5E9C00}"/>
              </a:ext>
            </a:extLst>
          </p:cNvPr>
          <p:cNvSpPr>
            <a:spLocks noGrp="1" noChangeArrowheads="1"/>
          </p:cNvSpPr>
          <p:nvPr>
            <p:ph type="title"/>
          </p:nvPr>
        </p:nvSpPr>
        <p:spPr>
          <a:xfrm>
            <a:off x="381000" y="392113"/>
            <a:ext cx="8001000" cy="609600"/>
          </a:xfrm>
        </p:spPr>
        <p:txBody>
          <a:bodyPr/>
          <a:lstStyle/>
          <a:p>
            <a:pPr eaLnBrk="1" hangingPunct="1"/>
            <a:r>
              <a:rPr lang="en-US" altLang="en-US" sz="3600" b="1"/>
              <a:t>Data Matrix and Dissimilarity Matrix</a:t>
            </a:r>
          </a:p>
        </p:txBody>
      </p:sp>
      <p:sp>
        <p:nvSpPr>
          <p:cNvPr id="12291" name="Slide Number Placeholder 5">
            <a:extLst>
              <a:ext uri="{FF2B5EF4-FFF2-40B4-BE49-F238E27FC236}">
                <a16:creationId xmlns:a16="http://schemas.microsoft.com/office/drawing/2014/main" id="{7DCC4C76-C5B4-7DC6-838E-D2F0166211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737002BC-9A8B-4483-9EE0-DDAEE3599A25}" type="slidenum">
              <a:rPr lang="en-US" altLang="en-US" sz="1200" smtClean="0">
                <a:latin typeface="Tahoma" panose="020B0604030504040204" pitchFamily="34" charset="0"/>
              </a:rPr>
              <a:pPr>
                <a:lnSpc>
                  <a:spcPct val="100000"/>
                </a:lnSpc>
                <a:spcBef>
                  <a:spcPct val="0"/>
                </a:spcBef>
                <a:buFontTx/>
                <a:buNone/>
              </a:pPr>
              <a:t>4</a:t>
            </a:fld>
            <a:endParaRPr lang="en-US" altLang="en-US" sz="1200">
              <a:latin typeface="Tahoma" panose="020B0604030504040204" pitchFamily="34" charset="0"/>
            </a:endParaRPr>
          </a:p>
        </p:txBody>
      </p:sp>
      <p:sp>
        <p:nvSpPr>
          <p:cNvPr id="7" name="Rectangle 6">
            <a:extLst>
              <a:ext uri="{FF2B5EF4-FFF2-40B4-BE49-F238E27FC236}">
                <a16:creationId xmlns:a16="http://schemas.microsoft.com/office/drawing/2014/main" id="{7215B143-B507-AD7F-5775-8A72A75F0C39}"/>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8" name="Straight Connector 7">
            <a:extLst>
              <a:ext uri="{FF2B5EF4-FFF2-40B4-BE49-F238E27FC236}">
                <a16:creationId xmlns:a16="http://schemas.microsoft.com/office/drawing/2014/main" id="{969DE880-F383-2F77-CF74-9EA9E100FBA5}"/>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2294" name="Picture 2">
            <a:extLst>
              <a:ext uri="{FF2B5EF4-FFF2-40B4-BE49-F238E27FC236}">
                <a16:creationId xmlns:a16="http://schemas.microsoft.com/office/drawing/2014/main" id="{CA20DD7F-2A86-B2F0-C51E-F17893B9A0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394"/>
          <a:stretch>
            <a:fillRect/>
          </a:stretch>
        </p:blipFill>
        <p:spPr bwMode="auto">
          <a:xfrm>
            <a:off x="714375" y="2400300"/>
            <a:ext cx="53800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4">
            <a:extLst>
              <a:ext uri="{FF2B5EF4-FFF2-40B4-BE49-F238E27FC236}">
                <a16:creationId xmlns:a16="http://schemas.microsoft.com/office/drawing/2014/main" id="{B87BDA13-D3EF-35F9-CEF8-27BA72D1D8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0963" y="1693863"/>
            <a:ext cx="5380037" cy="407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6" name="TextBox 8">
            <a:extLst>
              <a:ext uri="{FF2B5EF4-FFF2-40B4-BE49-F238E27FC236}">
                <a16:creationId xmlns:a16="http://schemas.microsoft.com/office/drawing/2014/main" id="{530038D1-8F1E-90F0-59FD-09A5A6431AE7}"/>
              </a:ext>
            </a:extLst>
          </p:cNvPr>
          <p:cNvSpPr txBox="1">
            <a:spLocks noChangeArrowheads="1"/>
          </p:cNvSpPr>
          <p:nvPr/>
        </p:nvSpPr>
        <p:spPr bwMode="auto">
          <a:xfrm>
            <a:off x="533400" y="1876425"/>
            <a:ext cx="1962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r>
              <a:rPr lang="en-GB" altLang="en-US" b="1"/>
              <a:t>Data Matrix</a:t>
            </a:r>
            <a:endParaRPr lang="en-IN" altLang="en-US" b="1"/>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7FEBA47-B1B5-CC90-F219-DBA35139741B}"/>
              </a:ext>
            </a:extLst>
          </p:cNvPr>
          <p:cNvSpPr>
            <a:spLocks noGrp="1" noChangeArrowheads="1"/>
          </p:cNvSpPr>
          <p:nvPr>
            <p:ph type="title"/>
          </p:nvPr>
        </p:nvSpPr>
        <p:spPr>
          <a:xfrm>
            <a:off x="381000" y="228600"/>
            <a:ext cx="11125200" cy="685800"/>
          </a:xfrm>
        </p:spPr>
        <p:txBody>
          <a:bodyPr/>
          <a:lstStyle/>
          <a:p>
            <a:pPr eaLnBrk="1" hangingPunct="1"/>
            <a:r>
              <a:rPr lang="en-US" altLang="en-US" sz="3200" b="1"/>
              <a:t>Distance measures on Numeric Data: Minkowski Distance</a:t>
            </a:r>
          </a:p>
        </p:txBody>
      </p:sp>
      <p:sp>
        <p:nvSpPr>
          <p:cNvPr id="14339" name="Rectangle 3">
            <a:extLst>
              <a:ext uri="{FF2B5EF4-FFF2-40B4-BE49-F238E27FC236}">
                <a16:creationId xmlns:a16="http://schemas.microsoft.com/office/drawing/2014/main" id="{861BC643-0C90-5C5B-D576-05EF976AE879}"/>
              </a:ext>
            </a:extLst>
          </p:cNvPr>
          <p:cNvSpPr>
            <a:spLocks noGrp="1" noChangeArrowheads="1"/>
          </p:cNvSpPr>
          <p:nvPr>
            <p:ph idx="1"/>
          </p:nvPr>
        </p:nvSpPr>
        <p:spPr>
          <a:xfrm>
            <a:off x="1828800" y="1219200"/>
            <a:ext cx="8458200" cy="5029200"/>
          </a:xfrm>
        </p:spPr>
        <p:txBody>
          <a:bodyPr/>
          <a:lstStyle/>
          <a:p>
            <a:pPr marL="381000" indent="-381000" eaLnBrk="1" hangingPunct="1">
              <a:spcBef>
                <a:spcPts val="600"/>
              </a:spcBef>
              <a:spcAft>
                <a:spcPts val="600"/>
              </a:spcAft>
            </a:pPr>
            <a:r>
              <a:rPr lang="en-US" altLang="en-US" sz="2400" i="1">
                <a:solidFill>
                  <a:schemeClr val="hlink"/>
                </a:solidFill>
              </a:rPr>
              <a:t>Minkowski distance</a:t>
            </a:r>
            <a:r>
              <a:rPr lang="en-US" altLang="en-US" sz="2400"/>
              <a:t>: A popular distance measure</a:t>
            </a:r>
          </a:p>
          <a:p>
            <a:pPr marL="381000" indent="-381000" eaLnBrk="1" hangingPunct="1">
              <a:spcBef>
                <a:spcPts val="600"/>
              </a:spcBef>
              <a:spcAft>
                <a:spcPts val="600"/>
              </a:spcAft>
            </a:pPr>
            <a:endParaRPr lang="en-US" altLang="en-US" sz="2400"/>
          </a:p>
          <a:p>
            <a:pPr marL="838200" lvl="1" indent="-381000" eaLnBrk="1" hangingPunct="1">
              <a:spcBef>
                <a:spcPts val="600"/>
              </a:spcBef>
              <a:spcAft>
                <a:spcPts val="600"/>
              </a:spcAft>
              <a:buFont typeface="Wingdings" panose="05000000000000000000" pitchFamily="2" charset="2"/>
              <a:buNone/>
            </a:pPr>
            <a:endParaRPr lang="en-US" altLang="en-US"/>
          </a:p>
          <a:p>
            <a:pPr marL="838200" lvl="1" indent="-381000" eaLnBrk="1" hangingPunct="1">
              <a:spcBef>
                <a:spcPts val="600"/>
              </a:spcBef>
              <a:spcAft>
                <a:spcPts val="600"/>
              </a:spcAft>
              <a:buFont typeface="Wingdings" panose="05000000000000000000" pitchFamily="2" charset="2"/>
              <a:buNone/>
            </a:pPr>
            <a:r>
              <a:rPr lang="en-US" altLang="en-US"/>
              <a:t>where  </a:t>
            </a:r>
            <a:r>
              <a:rPr lang="en-US" altLang="en-US" i="1"/>
              <a:t>i</a:t>
            </a:r>
            <a:r>
              <a:rPr lang="en-US" altLang="en-US"/>
              <a:t> = (</a:t>
            </a:r>
            <a:r>
              <a:rPr lang="en-US" altLang="en-US" i="1"/>
              <a:t>x</a:t>
            </a:r>
            <a:r>
              <a:rPr lang="en-US" altLang="en-US" baseline="-25000"/>
              <a:t>i1</a:t>
            </a:r>
            <a:r>
              <a:rPr lang="en-US" altLang="en-US"/>
              <a:t>, </a:t>
            </a:r>
            <a:r>
              <a:rPr lang="en-US" altLang="en-US" i="1"/>
              <a:t>x</a:t>
            </a:r>
            <a:r>
              <a:rPr lang="en-US" altLang="en-US" baseline="-25000"/>
              <a:t>i2</a:t>
            </a:r>
            <a:r>
              <a:rPr lang="en-US" altLang="en-US"/>
              <a:t>, …, </a:t>
            </a:r>
            <a:r>
              <a:rPr lang="en-US" altLang="en-US" i="1"/>
              <a:t>x</a:t>
            </a:r>
            <a:r>
              <a:rPr lang="en-US" altLang="en-US" baseline="-25000"/>
              <a:t>ip</a:t>
            </a:r>
            <a:r>
              <a:rPr lang="en-US" altLang="en-US"/>
              <a:t>) and</a:t>
            </a:r>
            <a:r>
              <a:rPr lang="en-US" altLang="en-US" i="1"/>
              <a:t> j</a:t>
            </a:r>
            <a:r>
              <a:rPr lang="en-US" altLang="en-US"/>
              <a:t> = (</a:t>
            </a:r>
            <a:r>
              <a:rPr lang="en-US" altLang="en-US" i="1"/>
              <a:t>x</a:t>
            </a:r>
            <a:r>
              <a:rPr lang="en-US" altLang="en-US" baseline="-25000"/>
              <a:t>j1</a:t>
            </a:r>
            <a:r>
              <a:rPr lang="en-US" altLang="en-US"/>
              <a:t>, </a:t>
            </a:r>
            <a:r>
              <a:rPr lang="en-US" altLang="en-US" i="1"/>
              <a:t>x</a:t>
            </a:r>
            <a:r>
              <a:rPr lang="en-US" altLang="en-US" baseline="-25000"/>
              <a:t>j2</a:t>
            </a:r>
            <a:r>
              <a:rPr lang="en-US" altLang="en-US"/>
              <a:t>, …, </a:t>
            </a:r>
            <a:r>
              <a:rPr lang="en-US" altLang="en-US" i="1"/>
              <a:t>x</a:t>
            </a:r>
            <a:r>
              <a:rPr lang="en-US" altLang="en-US" baseline="-25000"/>
              <a:t>jp</a:t>
            </a:r>
            <a:r>
              <a:rPr lang="en-US" altLang="en-US"/>
              <a:t>) are two </a:t>
            </a:r>
            <a:r>
              <a:rPr lang="en-US" altLang="en-US" i="1"/>
              <a:t>p</a:t>
            </a:r>
            <a:r>
              <a:rPr lang="en-US" altLang="en-US"/>
              <a:t>-dimensional data objects, and </a:t>
            </a:r>
            <a:r>
              <a:rPr lang="en-US" altLang="en-US" i="1"/>
              <a:t>h</a:t>
            </a:r>
            <a:r>
              <a:rPr lang="en-US" altLang="en-US"/>
              <a:t> is the order (the distance so defined is also called L-</a:t>
            </a:r>
            <a:r>
              <a:rPr lang="en-US" altLang="en-US" i="1"/>
              <a:t>h</a:t>
            </a:r>
            <a:r>
              <a:rPr lang="en-US" altLang="en-US"/>
              <a:t> norm)</a:t>
            </a:r>
          </a:p>
          <a:p>
            <a:pPr marL="381000" indent="-381000" eaLnBrk="1" hangingPunct="1">
              <a:spcBef>
                <a:spcPts val="600"/>
              </a:spcBef>
              <a:spcAft>
                <a:spcPts val="600"/>
              </a:spcAft>
            </a:pPr>
            <a:r>
              <a:rPr lang="en-US" altLang="en-US" sz="2400"/>
              <a:t>Properties</a:t>
            </a:r>
          </a:p>
          <a:p>
            <a:pPr marL="838200" lvl="1" indent="-381000" eaLnBrk="1" hangingPunct="1">
              <a:spcBef>
                <a:spcPts val="600"/>
              </a:spcBef>
              <a:spcAft>
                <a:spcPts val="600"/>
              </a:spcAft>
            </a:pPr>
            <a:r>
              <a:rPr lang="en-US" altLang="en-US"/>
              <a:t>d(i, j) </a:t>
            </a:r>
            <a:r>
              <a:rPr lang="en-US" altLang="en-US">
                <a:sym typeface="Symbol" panose="05050102010706020507" pitchFamily="18" charset="2"/>
              </a:rPr>
              <a:t>&gt; 0 if i </a:t>
            </a:r>
            <a:r>
              <a:rPr lang="en-US" altLang="en-US">
                <a:cs typeface="Tahoma" panose="020B0604030504040204" pitchFamily="34" charset="0"/>
                <a:sym typeface="Symbol" panose="05050102010706020507" pitchFamily="18" charset="2"/>
              </a:rPr>
              <a:t>≠ j</a:t>
            </a:r>
            <a:r>
              <a:rPr lang="en-US" altLang="en-US">
                <a:cs typeface="Tahoma" panose="020B0604030504040204" pitchFamily="34" charset="0"/>
              </a:rPr>
              <a:t>, and </a:t>
            </a:r>
            <a:r>
              <a:rPr lang="en-US" altLang="en-US"/>
              <a:t>d(i, i) </a:t>
            </a:r>
            <a:r>
              <a:rPr lang="en-US" altLang="en-US">
                <a:sym typeface="Symbol" panose="05050102010706020507" pitchFamily="18" charset="2"/>
              </a:rPr>
              <a:t>= 0 </a:t>
            </a:r>
            <a:r>
              <a:rPr lang="en-US" altLang="en-US"/>
              <a:t>(Positive definiteness)</a:t>
            </a:r>
          </a:p>
          <a:p>
            <a:pPr marL="838200" lvl="1" indent="-381000" eaLnBrk="1" hangingPunct="1">
              <a:spcBef>
                <a:spcPts val="600"/>
              </a:spcBef>
              <a:spcAft>
                <a:spcPts val="600"/>
              </a:spcAft>
            </a:pPr>
            <a:r>
              <a:rPr lang="en-US" altLang="en-US"/>
              <a:t>d(i, j) </a:t>
            </a:r>
            <a:r>
              <a:rPr lang="en-US" altLang="en-US">
                <a:sym typeface="Symbol" panose="05050102010706020507" pitchFamily="18" charset="2"/>
              </a:rPr>
              <a:t>= </a:t>
            </a:r>
            <a:r>
              <a:rPr lang="en-US" altLang="en-US"/>
              <a:t>d(j, i)</a:t>
            </a:r>
            <a:r>
              <a:rPr lang="en-US" altLang="en-US" i="1"/>
              <a:t>  </a:t>
            </a:r>
            <a:r>
              <a:rPr lang="en-US" altLang="en-US"/>
              <a:t>(Symmetry)</a:t>
            </a:r>
          </a:p>
          <a:p>
            <a:pPr marL="838200" lvl="1" indent="-381000" eaLnBrk="1" hangingPunct="1">
              <a:spcBef>
                <a:spcPts val="600"/>
              </a:spcBef>
              <a:spcAft>
                <a:spcPts val="600"/>
              </a:spcAft>
            </a:pPr>
            <a:r>
              <a:rPr lang="en-US" altLang="en-US"/>
              <a:t>d(i, j) </a:t>
            </a:r>
            <a:r>
              <a:rPr lang="en-US" altLang="en-US">
                <a:sym typeface="Symbol" panose="05050102010706020507" pitchFamily="18" charset="2"/>
              </a:rPr>
              <a:t> </a:t>
            </a:r>
            <a:r>
              <a:rPr lang="en-US" altLang="en-US"/>
              <a:t>d(i, k) </a:t>
            </a:r>
            <a:r>
              <a:rPr lang="en-US" altLang="en-US">
                <a:sym typeface="Symbol" panose="05050102010706020507" pitchFamily="18" charset="2"/>
              </a:rPr>
              <a:t>+ </a:t>
            </a:r>
            <a:r>
              <a:rPr lang="en-US" altLang="en-US"/>
              <a:t>d(k, j)</a:t>
            </a:r>
            <a:r>
              <a:rPr lang="en-US" altLang="en-US" i="1"/>
              <a:t>  </a:t>
            </a:r>
            <a:r>
              <a:rPr lang="en-US" altLang="en-US"/>
              <a:t>(Triangle Inequality)</a:t>
            </a:r>
            <a:endParaRPr lang="en-US" altLang="en-US" i="1"/>
          </a:p>
          <a:p>
            <a:pPr marL="381000" indent="-381000" eaLnBrk="1" hangingPunct="1">
              <a:spcBef>
                <a:spcPts val="600"/>
              </a:spcBef>
              <a:spcAft>
                <a:spcPts val="600"/>
              </a:spcAft>
            </a:pPr>
            <a:r>
              <a:rPr lang="en-US" altLang="en-US" sz="2400"/>
              <a:t>A distance that satisfies these properties is a </a:t>
            </a:r>
            <a:r>
              <a:rPr lang="en-US" altLang="en-US" sz="2400">
                <a:solidFill>
                  <a:srgbClr val="FF0000"/>
                </a:solidFill>
              </a:rPr>
              <a:t>metric</a:t>
            </a:r>
          </a:p>
        </p:txBody>
      </p:sp>
      <p:sp>
        <p:nvSpPr>
          <p:cNvPr id="14340" name="Slide Number Placeholder 5">
            <a:extLst>
              <a:ext uri="{FF2B5EF4-FFF2-40B4-BE49-F238E27FC236}">
                <a16:creationId xmlns:a16="http://schemas.microsoft.com/office/drawing/2014/main" id="{4AF696FD-16A1-4C07-0E11-37575B41AA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C575D4A9-9033-4B97-AE50-D2C4EA1B65E8}" type="slidenum">
              <a:rPr lang="en-US" altLang="en-US" sz="1200" smtClean="0">
                <a:latin typeface="Tahoma" panose="020B0604030504040204" pitchFamily="34" charset="0"/>
              </a:rPr>
              <a:pPr>
                <a:lnSpc>
                  <a:spcPct val="100000"/>
                </a:lnSpc>
                <a:spcBef>
                  <a:spcPct val="0"/>
                </a:spcBef>
                <a:buFontTx/>
                <a:buNone/>
              </a:pPr>
              <a:t>5</a:t>
            </a:fld>
            <a:endParaRPr lang="en-US" altLang="en-US" sz="1200">
              <a:latin typeface="Tahoma" panose="020B0604030504040204" pitchFamily="34" charset="0"/>
            </a:endParaRPr>
          </a:p>
        </p:txBody>
      </p:sp>
      <p:pic>
        <p:nvPicPr>
          <p:cNvPr id="14341" name="Picture 7" descr="eqminkowski">
            <a:extLst>
              <a:ext uri="{FF2B5EF4-FFF2-40B4-BE49-F238E27FC236}">
                <a16:creationId xmlns:a16="http://schemas.microsoft.com/office/drawing/2014/main" id="{2E34A3A9-B6A4-0784-3AC6-D8BC9CB682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828800"/>
            <a:ext cx="6400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FE255DC-2D62-BADF-03CF-A6165723E553}"/>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7" name="Straight Connector 6">
            <a:extLst>
              <a:ext uri="{FF2B5EF4-FFF2-40B4-BE49-F238E27FC236}">
                <a16:creationId xmlns:a16="http://schemas.microsoft.com/office/drawing/2014/main" id="{ECACDFC7-6552-B261-2899-7BEACF9D3919}"/>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82F617E-E2CB-3C8E-42E1-3E7774812C69}"/>
              </a:ext>
            </a:extLst>
          </p:cNvPr>
          <p:cNvSpPr>
            <a:spLocks noGrp="1" noChangeArrowheads="1"/>
          </p:cNvSpPr>
          <p:nvPr>
            <p:ph type="title"/>
          </p:nvPr>
        </p:nvSpPr>
        <p:spPr/>
        <p:txBody>
          <a:bodyPr/>
          <a:lstStyle/>
          <a:p>
            <a:pPr eaLnBrk="1" hangingPunct="1"/>
            <a:r>
              <a:rPr lang="en-US" altLang="en-US" sz="3200" b="1"/>
              <a:t>Special Cases of Minkowski Distance</a:t>
            </a:r>
            <a:endParaRPr lang="en-US" altLang="en-US" b="1"/>
          </a:p>
        </p:txBody>
      </p:sp>
      <p:sp>
        <p:nvSpPr>
          <p:cNvPr id="16387" name="Rectangle 3">
            <a:extLst>
              <a:ext uri="{FF2B5EF4-FFF2-40B4-BE49-F238E27FC236}">
                <a16:creationId xmlns:a16="http://schemas.microsoft.com/office/drawing/2014/main" id="{9510A1F7-AB06-FA8F-D166-76D5FE75F6F2}"/>
              </a:ext>
            </a:extLst>
          </p:cNvPr>
          <p:cNvSpPr>
            <a:spLocks noGrp="1" noChangeArrowheads="1"/>
          </p:cNvSpPr>
          <p:nvPr>
            <p:ph type="body" sz="half" idx="1"/>
          </p:nvPr>
        </p:nvSpPr>
        <p:spPr>
          <a:xfrm>
            <a:off x="1828800" y="1295400"/>
            <a:ext cx="8077200" cy="5181600"/>
          </a:xfrm>
        </p:spPr>
        <p:txBody>
          <a:bodyPr/>
          <a:lstStyle/>
          <a:p>
            <a:pPr eaLnBrk="1" hangingPunct="1"/>
            <a:r>
              <a:rPr lang="en-US" altLang="en-US" sz="2000" i="1">
                <a:latin typeface="Arial" panose="020B0604020202020204" pitchFamily="34" charset="0"/>
                <a:cs typeface="Times New Roman" panose="02020603050405020304" pitchFamily="18" charset="0"/>
              </a:rPr>
              <a:t>h</a:t>
            </a:r>
            <a:r>
              <a:rPr lang="en-US" altLang="en-US" sz="2000">
                <a:latin typeface="Arial" panose="020B0604020202020204" pitchFamily="34" charset="0"/>
                <a:cs typeface="Times New Roman" panose="02020603050405020304" pitchFamily="18" charset="0"/>
              </a:rPr>
              <a:t> = 1:  </a:t>
            </a:r>
            <a:r>
              <a:rPr lang="en-US" altLang="en-US" sz="2000">
                <a:solidFill>
                  <a:schemeClr val="hlink"/>
                </a:solidFill>
                <a:latin typeface="Arial" panose="020B0604020202020204" pitchFamily="34" charset="0"/>
                <a:cs typeface="Times New Roman" panose="02020603050405020304" pitchFamily="18" charset="0"/>
              </a:rPr>
              <a:t>Manhattan</a:t>
            </a:r>
            <a:r>
              <a:rPr lang="en-US" altLang="en-US" sz="2000">
                <a:latin typeface="Arial" panose="020B0604020202020204" pitchFamily="34" charset="0"/>
                <a:cs typeface="Times New Roman" panose="02020603050405020304" pitchFamily="18" charset="0"/>
              </a:rPr>
              <a:t> (city block, L</a:t>
            </a:r>
            <a:r>
              <a:rPr lang="en-US" altLang="en-US" sz="2000" baseline="-30000">
                <a:latin typeface="Arial" panose="020B0604020202020204" pitchFamily="34" charset="0"/>
                <a:cs typeface="Times New Roman" panose="02020603050405020304" pitchFamily="18" charset="0"/>
              </a:rPr>
              <a:t>1</a:t>
            </a:r>
            <a:r>
              <a:rPr lang="en-US" altLang="en-US" sz="2000">
                <a:latin typeface="Arial" panose="020B0604020202020204" pitchFamily="34" charset="0"/>
                <a:cs typeface="Times New Roman" panose="02020603050405020304" pitchFamily="18" charset="0"/>
              </a:rPr>
              <a:t> norm)</a:t>
            </a:r>
            <a:r>
              <a:rPr lang="en-US" altLang="en-US" sz="2000">
                <a:solidFill>
                  <a:schemeClr val="hlink"/>
                </a:solidFill>
                <a:latin typeface="Arial" panose="020B0604020202020204" pitchFamily="34" charset="0"/>
                <a:cs typeface="Times New Roman" panose="02020603050405020304" pitchFamily="18" charset="0"/>
              </a:rPr>
              <a:t> distance</a:t>
            </a:r>
            <a:r>
              <a:rPr lang="en-US" altLang="en-US" sz="2000">
                <a:latin typeface="Arial" panose="020B0604020202020204" pitchFamily="34" charset="0"/>
                <a:cs typeface="Times New Roman" panose="02020603050405020304" pitchFamily="18" charset="0"/>
              </a:rPr>
              <a:t> </a:t>
            </a:r>
          </a:p>
          <a:p>
            <a:pPr lvl="1" eaLnBrk="1" hangingPunct="1"/>
            <a:r>
              <a:rPr lang="en-US" altLang="en-US" sz="2000">
                <a:latin typeface="Arial" panose="020B0604020202020204" pitchFamily="34" charset="0"/>
                <a:cs typeface="Times New Roman" panose="02020603050405020304" pitchFamily="18" charset="0"/>
              </a:rPr>
              <a:t>E.g., the Hamming distance: the number of bits that are different between two binary vectors</a:t>
            </a:r>
          </a:p>
          <a:p>
            <a:pPr lvl="1" eaLnBrk="1" hangingPunct="1"/>
            <a:endParaRPr lang="en-US" altLang="en-US" sz="2000" b="1">
              <a:latin typeface="Arial" panose="020B0604020202020204" pitchFamily="34" charset="0"/>
              <a:cs typeface="Times New Roman" panose="02020603050405020304" pitchFamily="18" charset="0"/>
            </a:endParaRPr>
          </a:p>
          <a:p>
            <a:pPr eaLnBrk="1" hangingPunct="1"/>
            <a:endParaRPr lang="en-US" altLang="en-US" sz="2000" i="1">
              <a:latin typeface="Arial" panose="020B0604020202020204" pitchFamily="34" charset="0"/>
              <a:cs typeface="Times New Roman" panose="02020603050405020304" pitchFamily="18" charset="0"/>
            </a:endParaRPr>
          </a:p>
          <a:p>
            <a:pPr eaLnBrk="1" hangingPunct="1"/>
            <a:r>
              <a:rPr lang="en-US" altLang="en-US" sz="2000" i="1">
                <a:latin typeface="Arial" panose="020B0604020202020204" pitchFamily="34" charset="0"/>
                <a:cs typeface="Times New Roman" panose="02020603050405020304" pitchFamily="18" charset="0"/>
              </a:rPr>
              <a:t>h </a:t>
            </a:r>
            <a:r>
              <a:rPr lang="en-US" altLang="en-US" sz="2000">
                <a:latin typeface="Arial" panose="020B0604020202020204" pitchFamily="34" charset="0"/>
                <a:cs typeface="Times New Roman" panose="02020603050405020304" pitchFamily="18" charset="0"/>
              </a:rPr>
              <a:t>= 2:  (L</a:t>
            </a:r>
            <a:r>
              <a:rPr lang="en-US" altLang="en-US" sz="2000" baseline="-25000">
                <a:latin typeface="Arial" panose="020B0604020202020204" pitchFamily="34" charset="0"/>
                <a:cs typeface="Times New Roman" panose="02020603050405020304" pitchFamily="18" charset="0"/>
              </a:rPr>
              <a:t>2</a:t>
            </a:r>
            <a:r>
              <a:rPr lang="en-US" altLang="en-US" sz="2000">
                <a:latin typeface="Arial" panose="020B0604020202020204" pitchFamily="34" charset="0"/>
                <a:cs typeface="Times New Roman" panose="02020603050405020304" pitchFamily="18" charset="0"/>
              </a:rPr>
              <a:t> norm) </a:t>
            </a:r>
            <a:r>
              <a:rPr lang="en-US" altLang="en-US" sz="2000">
                <a:solidFill>
                  <a:schemeClr val="hlink"/>
                </a:solidFill>
                <a:latin typeface="Arial" panose="020B0604020202020204" pitchFamily="34" charset="0"/>
                <a:cs typeface="Times New Roman" panose="02020603050405020304" pitchFamily="18" charset="0"/>
              </a:rPr>
              <a:t>Euclidean</a:t>
            </a:r>
            <a:r>
              <a:rPr lang="en-US" altLang="en-US" sz="2000">
                <a:latin typeface="Arial" panose="020B0604020202020204" pitchFamily="34" charset="0"/>
                <a:cs typeface="Times New Roman" panose="02020603050405020304" pitchFamily="18" charset="0"/>
              </a:rPr>
              <a:t> distance</a:t>
            </a:r>
          </a:p>
          <a:p>
            <a:pPr lvl="4" eaLnBrk="1" hangingPunct="1"/>
            <a:endParaRPr lang="en-US" altLang="en-US" sz="1800">
              <a:latin typeface="Arial" panose="020B0604020202020204" pitchFamily="34" charset="0"/>
              <a:cs typeface="Times New Roman" panose="02020603050405020304" pitchFamily="18" charset="0"/>
            </a:endParaRPr>
          </a:p>
          <a:p>
            <a:pPr eaLnBrk="1" hangingPunct="1"/>
            <a:endParaRPr lang="en-US" altLang="en-US" sz="2000" i="1">
              <a:latin typeface="Arial" panose="020B0604020202020204" pitchFamily="34" charset="0"/>
              <a:cs typeface="Times New Roman" panose="02020603050405020304" pitchFamily="18" charset="0"/>
            </a:endParaRPr>
          </a:p>
          <a:p>
            <a:pPr eaLnBrk="1" hangingPunct="1"/>
            <a:r>
              <a:rPr lang="en-US" altLang="en-US" sz="2000" i="1">
                <a:latin typeface="Arial" panose="020B0604020202020204" pitchFamily="34" charset="0"/>
                <a:cs typeface="Times New Roman" panose="02020603050405020304" pitchFamily="18" charset="0"/>
              </a:rPr>
              <a:t>h </a:t>
            </a:r>
            <a:r>
              <a:rPr lang="en-US" altLang="en-US" sz="2000">
                <a:latin typeface="Arial" panose="020B0604020202020204" pitchFamily="34" charset="0"/>
                <a:cs typeface="Times New Roman" panose="02020603050405020304" pitchFamily="18" charset="0"/>
                <a:sym typeface="Symbol" panose="05050102010706020507" pitchFamily="18" charset="2"/>
              </a:rPr>
              <a:t></a:t>
            </a:r>
            <a:r>
              <a:rPr lang="en-US" altLang="en-US" sz="2000">
                <a:latin typeface="Arial" panose="020B0604020202020204" pitchFamily="34" charset="0"/>
                <a:cs typeface="Times New Roman" panose="02020603050405020304" pitchFamily="18" charset="0"/>
              </a:rPr>
              <a:t> </a:t>
            </a:r>
            <a:r>
              <a:rPr lang="en-US" altLang="en-US" sz="2000">
                <a:latin typeface="Arial" panose="020B0604020202020204" pitchFamily="34" charset="0"/>
                <a:cs typeface="Times New Roman" panose="02020603050405020304" pitchFamily="18" charset="0"/>
                <a:sym typeface="Symbol" panose="05050102010706020507" pitchFamily="18" charset="2"/>
              </a:rPr>
              <a:t></a:t>
            </a:r>
            <a:r>
              <a:rPr lang="en-US" altLang="en-US" sz="2000">
                <a:latin typeface="Arial" panose="020B0604020202020204" pitchFamily="34" charset="0"/>
                <a:cs typeface="Times New Roman" panose="02020603050405020304" pitchFamily="18" charset="0"/>
              </a:rPr>
              <a:t>.  </a:t>
            </a:r>
            <a:r>
              <a:rPr lang="en-US" altLang="en-US" sz="2000">
                <a:solidFill>
                  <a:schemeClr val="hlink"/>
                </a:solidFill>
                <a:latin typeface="Arial" panose="020B0604020202020204" pitchFamily="34" charset="0"/>
                <a:cs typeface="Times New Roman" panose="02020603050405020304" pitchFamily="18" charset="0"/>
              </a:rPr>
              <a:t>“supremum”</a:t>
            </a:r>
            <a:r>
              <a:rPr lang="en-US" altLang="en-US" sz="2000">
                <a:latin typeface="Arial" panose="020B0604020202020204" pitchFamily="34" charset="0"/>
                <a:cs typeface="Times New Roman" panose="02020603050405020304" pitchFamily="18" charset="0"/>
              </a:rPr>
              <a:t> (L</a:t>
            </a:r>
            <a:r>
              <a:rPr lang="en-US" altLang="en-US" sz="2000" baseline="-30000">
                <a:latin typeface="Arial" panose="020B0604020202020204" pitchFamily="34" charset="0"/>
                <a:cs typeface="Times New Roman" panose="02020603050405020304" pitchFamily="18" charset="0"/>
              </a:rPr>
              <a:t>max </a:t>
            </a:r>
            <a:r>
              <a:rPr lang="en-US" altLang="en-US" sz="2000">
                <a:latin typeface="Arial" panose="020B0604020202020204" pitchFamily="34" charset="0"/>
                <a:cs typeface="Times New Roman" panose="02020603050405020304" pitchFamily="18" charset="0"/>
              </a:rPr>
              <a:t>norm, L</a:t>
            </a:r>
            <a:r>
              <a:rPr lang="en-US" altLang="en-US" sz="2000" baseline="-30000">
                <a:latin typeface="Arial" panose="020B0604020202020204" pitchFamily="34" charset="0"/>
                <a:cs typeface="Times New Roman" panose="02020603050405020304" pitchFamily="18" charset="0"/>
                <a:sym typeface="Symbol" panose="05050102010706020507" pitchFamily="18" charset="2"/>
              </a:rPr>
              <a:t></a:t>
            </a:r>
            <a:r>
              <a:rPr lang="en-US" altLang="en-US" sz="2000" baseline="-30000">
                <a:latin typeface="Arial" panose="020B0604020202020204" pitchFamily="34" charset="0"/>
                <a:cs typeface="Times New Roman" panose="02020603050405020304" pitchFamily="18" charset="0"/>
              </a:rPr>
              <a:t> </a:t>
            </a:r>
            <a:r>
              <a:rPr lang="en-US" altLang="en-US" sz="2000">
                <a:latin typeface="Arial" panose="020B0604020202020204" pitchFamily="34" charset="0"/>
                <a:cs typeface="Times New Roman" panose="02020603050405020304" pitchFamily="18" charset="0"/>
              </a:rPr>
              <a:t>norm) distance. </a:t>
            </a:r>
          </a:p>
          <a:p>
            <a:pPr lvl="1" eaLnBrk="1" hangingPunct="1"/>
            <a:r>
              <a:rPr lang="en-US" altLang="en-US" sz="2000">
                <a:latin typeface="Arial" panose="020B0604020202020204" pitchFamily="34" charset="0"/>
                <a:cs typeface="Times New Roman" panose="02020603050405020304" pitchFamily="18" charset="0"/>
              </a:rPr>
              <a:t>This is the maximum difference between any component (attribute) of the vectors</a:t>
            </a:r>
          </a:p>
          <a:p>
            <a:pPr lvl="1" eaLnBrk="1" hangingPunct="1"/>
            <a:endParaRPr lang="en-US" altLang="en-US" sz="2000">
              <a:latin typeface="Arial" panose="020B0604020202020204" pitchFamily="34" charset="0"/>
              <a:cs typeface="Times New Roman" panose="02020603050405020304" pitchFamily="18" charset="0"/>
            </a:endParaRPr>
          </a:p>
        </p:txBody>
      </p:sp>
      <p:graphicFrame>
        <p:nvGraphicFramePr>
          <p:cNvPr id="16388" name="Object 5">
            <a:extLst>
              <a:ext uri="{FF2B5EF4-FFF2-40B4-BE49-F238E27FC236}">
                <a16:creationId xmlns:a16="http://schemas.microsoft.com/office/drawing/2014/main" id="{E8F0EECD-FBCF-8E03-AA8F-A68BA8BD5B3D}"/>
              </a:ext>
            </a:extLst>
          </p:cNvPr>
          <p:cNvGraphicFramePr>
            <a:graphicFrameLocks noGrp="1" noChangeAspect="1"/>
          </p:cNvGraphicFramePr>
          <p:nvPr>
            <p:ph sz="half" idx="2"/>
          </p:nvPr>
        </p:nvGraphicFramePr>
        <p:xfrm>
          <a:off x="3962400" y="2514600"/>
          <a:ext cx="4114800" cy="414338"/>
        </p:xfrm>
        <a:graphic>
          <a:graphicData uri="http://schemas.openxmlformats.org/presentationml/2006/ole">
            <mc:AlternateContent xmlns:mc="http://schemas.openxmlformats.org/markup-compatibility/2006">
              <mc:Choice xmlns:v="urn:schemas-microsoft-com:vml" Requires="v">
                <p:oleObj name="Microsoft Equation 3.0" r:id="rId3" imgW="4292600" imgH="431800" progId="Equation.3">
                  <p:embed/>
                </p:oleObj>
              </mc:Choice>
              <mc:Fallback>
                <p:oleObj name="Microsoft Equation 3.0" r:id="rId3" imgW="4292600" imgH="4318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514600"/>
                        <a:ext cx="4114800"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Slide Number Placeholder 6">
            <a:extLst>
              <a:ext uri="{FF2B5EF4-FFF2-40B4-BE49-F238E27FC236}">
                <a16:creationId xmlns:a16="http://schemas.microsoft.com/office/drawing/2014/main" id="{C5515E5A-EE19-5599-BA61-635245DAC9D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34E94E6C-4E9D-4C9B-9530-6D23D8FDD77B}" type="slidenum">
              <a:rPr lang="en-US" altLang="en-US" sz="1200" smtClean="0">
                <a:latin typeface="Tahoma" panose="020B0604030504040204" pitchFamily="34" charset="0"/>
              </a:rPr>
              <a:pPr>
                <a:lnSpc>
                  <a:spcPct val="100000"/>
                </a:lnSpc>
                <a:spcBef>
                  <a:spcPct val="0"/>
                </a:spcBef>
                <a:buFontTx/>
                <a:buNone/>
              </a:pPr>
              <a:t>6</a:t>
            </a:fld>
            <a:endParaRPr lang="en-US" altLang="en-US" sz="1200">
              <a:latin typeface="Tahoma" panose="020B0604030504040204" pitchFamily="34" charset="0"/>
            </a:endParaRPr>
          </a:p>
        </p:txBody>
      </p:sp>
      <p:graphicFrame>
        <p:nvGraphicFramePr>
          <p:cNvPr id="16390" name="Object 4">
            <a:extLst>
              <a:ext uri="{FF2B5EF4-FFF2-40B4-BE49-F238E27FC236}">
                <a16:creationId xmlns:a16="http://schemas.microsoft.com/office/drawing/2014/main" id="{F31652CF-19B2-375D-C6F0-997C2C6F0C14}"/>
              </a:ext>
            </a:extLst>
          </p:cNvPr>
          <p:cNvGraphicFramePr>
            <a:graphicFrameLocks noChangeAspect="1"/>
          </p:cNvGraphicFramePr>
          <p:nvPr/>
        </p:nvGraphicFramePr>
        <p:xfrm>
          <a:off x="3587750" y="3455988"/>
          <a:ext cx="5005388" cy="582612"/>
        </p:xfrm>
        <a:graphic>
          <a:graphicData uri="http://schemas.openxmlformats.org/presentationml/2006/ole">
            <mc:AlternateContent xmlns:mc="http://schemas.openxmlformats.org/markup-compatibility/2006">
              <mc:Choice xmlns:v="urn:schemas-microsoft-com:vml" Requires="v">
                <p:oleObj name="Equation" r:id="rId5" imgW="5003800" imgH="584200" progId="Equation.3">
                  <p:embed/>
                </p:oleObj>
              </mc:Choice>
              <mc:Fallback>
                <p:oleObj name="Equation" r:id="rId5" imgW="5003800" imgH="584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7750" y="3455988"/>
                        <a:ext cx="5005388"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6391" name="Picture 10">
            <a:extLst>
              <a:ext uri="{FF2B5EF4-FFF2-40B4-BE49-F238E27FC236}">
                <a16:creationId xmlns:a16="http://schemas.microsoft.com/office/drawing/2014/main" id="{E67E5380-7CCE-390D-B9AA-1DA8E30B92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5410200"/>
            <a:ext cx="60198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575747-A438-547E-3470-7AC87B8EE2AA}"/>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9" name="Straight Connector 8">
            <a:extLst>
              <a:ext uri="{FF2B5EF4-FFF2-40B4-BE49-F238E27FC236}">
                <a16:creationId xmlns:a16="http://schemas.microsoft.com/office/drawing/2014/main" id="{2D2659D5-5BBD-49BE-1E7E-358775AEE61D}"/>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78F14462-F7B6-C10C-95D4-EC6A0B9C0678}"/>
              </a:ext>
            </a:extLst>
          </p:cNvPr>
          <p:cNvSpPr>
            <a:spLocks noGrp="1" noChangeArrowheads="1"/>
          </p:cNvSpPr>
          <p:nvPr>
            <p:ph type="title"/>
          </p:nvPr>
        </p:nvSpPr>
        <p:spPr>
          <a:xfrm>
            <a:off x="158750" y="31750"/>
            <a:ext cx="10515600" cy="1325563"/>
          </a:xfrm>
        </p:spPr>
        <p:txBody>
          <a:bodyPr/>
          <a:lstStyle/>
          <a:p>
            <a:pPr eaLnBrk="1" hangingPunct="1"/>
            <a:r>
              <a:rPr lang="en-US" altLang="en-US" sz="3600"/>
              <a:t>Example: Minkowski Distance</a:t>
            </a:r>
          </a:p>
        </p:txBody>
      </p:sp>
      <p:sp>
        <p:nvSpPr>
          <p:cNvPr id="18435" name="Slide Number Placeholder 5">
            <a:extLst>
              <a:ext uri="{FF2B5EF4-FFF2-40B4-BE49-F238E27FC236}">
                <a16:creationId xmlns:a16="http://schemas.microsoft.com/office/drawing/2014/main" id="{628A5FA6-7E35-9B72-7219-EFF3C5239D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CF4DA736-7258-4DA9-ADD2-9AA42F479395}" type="slidenum">
              <a:rPr lang="en-US" altLang="en-US" sz="1200" smtClean="0">
                <a:latin typeface="Tahoma" panose="020B0604030504040204" pitchFamily="34" charset="0"/>
              </a:rPr>
              <a:pPr>
                <a:lnSpc>
                  <a:spcPct val="100000"/>
                </a:lnSpc>
                <a:spcBef>
                  <a:spcPct val="0"/>
                </a:spcBef>
                <a:buFontTx/>
                <a:buNone/>
              </a:pPr>
              <a:t>7</a:t>
            </a:fld>
            <a:endParaRPr lang="en-US" altLang="en-US" sz="1200">
              <a:latin typeface="Tahoma" panose="020B0604030504040204" pitchFamily="34" charset="0"/>
            </a:endParaRPr>
          </a:p>
        </p:txBody>
      </p:sp>
      <p:sp>
        <p:nvSpPr>
          <p:cNvPr id="18436" name="Text Box 3">
            <a:extLst>
              <a:ext uri="{FF2B5EF4-FFF2-40B4-BE49-F238E27FC236}">
                <a16:creationId xmlns:a16="http://schemas.microsoft.com/office/drawing/2014/main" id="{558B1DCB-938B-5152-9B8B-023D9CC8D397}"/>
              </a:ext>
            </a:extLst>
          </p:cNvPr>
          <p:cNvSpPr txBox="1">
            <a:spLocks noChangeArrowheads="1"/>
          </p:cNvSpPr>
          <p:nvPr/>
        </p:nvSpPr>
        <p:spPr bwMode="auto">
          <a:xfrm>
            <a:off x="7696200" y="54927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2000" b="1">
                <a:latin typeface="Arial" panose="020B0604020202020204" pitchFamily="34" charset="0"/>
              </a:rPr>
              <a:t>Dissimilarity Matrices</a:t>
            </a:r>
          </a:p>
        </p:txBody>
      </p:sp>
      <p:graphicFrame>
        <p:nvGraphicFramePr>
          <p:cNvPr id="18437" name="Object 4">
            <a:extLst>
              <a:ext uri="{FF2B5EF4-FFF2-40B4-BE49-F238E27FC236}">
                <a16:creationId xmlns:a16="http://schemas.microsoft.com/office/drawing/2014/main" id="{B9071F3A-403A-0419-BC12-690382E1E3D7}"/>
              </a:ext>
            </a:extLst>
          </p:cNvPr>
          <p:cNvGraphicFramePr>
            <a:graphicFrameLocks noChangeAspect="1"/>
          </p:cNvGraphicFramePr>
          <p:nvPr/>
        </p:nvGraphicFramePr>
        <p:xfrm>
          <a:off x="1828800" y="1219200"/>
          <a:ext cx="2962275" cy="1363663"/>
        </p:xfrm>
        <a:graphic>
          <a:graphicData uri="http://schemas.openxmlformats.org/presentationml/2006/ole">
            <mc:AlternateContent xmlns:mc="http://schemas.openxmlformats.org/markup-compatibility/2006">
              <mc:Choice xmlns:v="urn:schemas-microsoft-com:vml" Requires="v">
                <p:oleObj name="Worksheet" r:id="rId3" imgW="1838249" imgH="819302" progId="Excel.Sheet.8">
                  <p:embed/>
                </p:oleObj>
              </mc:Choice>
              <mc:Fallback>
                <p:oleObj name="Worksheet" r:id="rId3" imgW="1838249" imgH="819302" progId="Excel.Shee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219200"/>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8" name="Object 5">
            <a:extLst>
              <a:ext uri="{FF2B5EF4-FFF2-40B4-BE49-F238E27FC236}">
                <a16:creationId xmlns:a16="http://schemas.microsoft.com/office/drawing/2014/main" id="{DFA535E1-23BD-791B-B816-9B4E8713BCFF}"/>
              </a:ext>
            </a:extLst>
          </p:cNvPr>
          <p:cNvGraphicFramePr>
            <a:graphicFrameLocks noChangeAspect="1"/>
          </p:cNvGraphicFramePr>
          <p:nvPr/>
        </p:nvGraphicFramePr>
        <p:xfrm>
          <a:off x="5334000" y="1600200"/>
          <a:ext cx="4948238" cy="1320800"/>
        </p:xfrm>
        <a:graphic>
          <a:graphicData uri="http://schemas.openxmlformats.org/presentationml/2006/ole">
            <mc:AlternateContent xmlns:mc="http://schemas.openxmlformats.org/markup-compatibility/2006">
              <mc:Choice xmlns:v="urn:schemas-microsoft-com:vml" Requires="v">
                <p:oleObj name="Worksheet" r:id="rId5" imgW="3057449" imgH="819302" progId="Excel.Sheet.8">
                  <p:embed/>
                </p:oleObj>
              </mc:Choice>
              <mc:Fallback>
                <p:oleObj name="Worksheet" r:id="rId5" imgW="3057449" imgH="819302" progId="Excel.Shee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9" name="Object 6">
            <a:extLst>
              <a:ext uri="{FF2B5EF4-FFF2-40B4-BE49-F238E27FC236}">
                <a16:creationId xmlns:a16="http://schemas.microsoft.com/office/drawing/2014/main" id="{11A1C1BF-E600-55B2-184B-FB37BDEDEA09}"/>
              </a:ext>
            </a:extLst>
          </p:cNvPr>
          <p:cNvGraphicFramePr>
            <a:graphicFrameLocks noChangeAspect="1"/>
          </p:cNvGraphicFramePr>
          <p:nvPr/>
        </p:nvGraphicFramePr>
        <p:xfrm>
          <a:off x="5334000" y="3429000"/>
          <a:ext cx="4948238" cy="1320800"/>
        </p:xfrm>
        <a:graphic>
          <a:graphicData uri="http://schemas.openxmlformats.org/presentationml/2006/ole">
            <mc:AlternateContent xmlns:mc="http://schemas.openxmlformats.org/markup-compatibility/2006">
              <mc:Choice xmlns:v="urn:schemas-microsoft-com:vml" Requires="v">
                <p:oleObj name="Worksheet" r:id="rId7" imgW="3057449" imgH="819302" progId="Excel.Sheet.8">
                  <p:embed/>
                </p:oleObj>
              </mc:Choice>
              <mc:Fallback>
                <p:oleObj name="Worksheet" r:id="rId7" imgW="3057449" imgH="819302" progId="Excel.Sheet.8">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0" name="Object 7">
            <a:extLst>
              <a:ext uri="{FF2B5EF4-FFF2-40B4-BE49-F238E27FC236}">
                <a16:creationId xmlns:a16="http://schemas.microsoft.com/office/drawing/2014/main" id="{24433CEE-BE5E-D638-5D8B-0573D2624BA8}"/>
              </a:ext>
            </a:extLst>
          </p:cNvPr>
          <p:cNvGraphicFramePr>
            <a:graphicFrameLocks noChangeAspect="1"/>
          </p:cNvGraphicFramePr>
          <p:nvPr/>
        </p:nvGraphicFramePr>
        <p:xfrm>
          <a:off x="5334000" y="5254625"/>
          <a:ext cx="4872038" cy="1374775"/>
        </p:xfrm>
        <a:graphic>
          <a:graphicData uri="http://schemas.openxmlformats.org/presentationml/2006/ole">
            <mc:AlternateContent xmlns:mc="http://schemas.openxmlformats.org/markup-compatibility/2006">
              <mc:Choice xmlns:v="urn:schemas-microsoft-com:vml" Requires="v">
                <p:oleObj name="Worksheet" r:id="rId9" imgW="3057449" imgH="838200" progId="Excel.Sheet.8">
                  <p:embed/>
                </p:oleObj>
              </mc:Choice>
              <mc:Fallback>
                <p:oleObj name="Worksheet" r:id="rId9" imgW="3057449" imgH="838200" progId="Excel.Sheet.8">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5254625"/>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1" name="Rectangle 16">
            <a:extLst>
              <a:ext uri="{FF2B5EF4-FFF2-40B4-BE49-F238E27FC236}">
                <a16:creationId xmlns:a16="http://schemas.microsoft.com/office/drawing/2014/main" id="{35E269B3-E311-1AB9-E368-FFEB710518F0}"/>
              </a:ext>
            </a:extLst>
          </p:cNvPr>
          <p:cNvSpPr>
            <a:spLocks noChangeArrowheads="1"/>
          </p:cNvSpPr>
          <p:nvPr/>
        </p:nvSpPr>
        <p:spPr bwMode="auto">
          <a:xfrm>
            <a:off x="5119688" y="1066800"/>
            <a:ext cx="2576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a:latin typeface="Tahoma" panose="020B0604030504040204" pitchFamily="34" charset="0"/>
              </a:rPr>
              <a:t>Manhattan (L</a:t>
            </a:r>
            <a:r>
              <a:rPr lang="en-US" altLang="en-US" sz="2400" b="1" baseline="-25000">
                <a:latin typeface="Tahoma" panose="020B0604030504040204" pitchFamily="34" charset="0"/>
              </a:rPr>
              <a:t>1</a:t>
            </a:r>
            <a:r>
              <a:rPr lang="en-US" altLang="en-US" sz="2400" b="1">
                <a:latin typeface="Tahoma" panose="020B0604030504040204" pitchFamily="34" charset="0"/>
              </a:rPr>
              <a:t>)</a:t>
            </a:r>
          </a:p>
        </p:txBody>
      </p:sp>
      <p:sp>
        <p:nvSpPr>
          <p:cNvPr id="18442" name="Rectangle 17">
            <a:extLst>
              <a:ext uri="{FF2B5EF4-FFF2-40B4-BE49-F238E27FC236}">
                <a16:creationId xmlns:a16="http://schemas.microsoft.com/office/drawing/2014/main" id="{440E7FFF-B745-ECAD-D7A6-7D170B0645AE}"/>
              </a:ext>
            </a:extLst>
          </p:cNvPr>
          <p:cNvSpPr>
            <a:spLocks noChangeArrowheads="1"/>
          </p:cNvSpPr>
          <p:nvPr/>
        </p:nvSpPr>
        <p:spPr bwMode="auto">
          <a:xfrm>
            <a:off x="5105400" y="2895600"/>
            <a:ext cx="2332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a:latin typeface="Tahoma" panose="020B0604030504040204" pitchFamily="34" charset="0"/>
              </a:rPr>
              <a:t>Euclidean (L</a:t>
            </a:r>
            <a:r>
              <a:rPr lang="en-US" altLang="en-US" sz="2400" b="1" baseline="-25000">
                <a:latin typeface="Tahoma" panose="020B0604030504040204" pitchFamily="34" charset="0"/>
              </a:rPr>
              <a:t>2</a:t>
            </a:r>
            <a:r>
              <a:rPr lang="en-US" altLang="en-US" sz="2400" b="1">
                <a:latin typeface="Tahoma" panose="020B0604030504040204" pitchFamily="34" charset="0"/>
              </a:rPr>
              <a:t>)</a:t>
            </a:r>
          </a:p>
        </p:txBody>
      </p:sp>
      <p:sp>
        <p:nvSpPr>
          <p:cNvPr id="18443" name="Rectangle 18">
            <a:extLst>
              <a:ext uri="{FF2B5EF4-FFF2-40B4-BE49-F238E27FC236}">
                <a16:creationId xmlns:a16="http://schemas.microsoft.com/office/drawing/2014/main" id="{DD8678BE-16F5-1435-23CF-05BDCDF60825}"/>
              </a:ext>
            </a:extLst>
          </p:cNvPr>
          <p:cNvSpPr>
            <a:spLocks noChangeArrowheads="1"/>
          </p:cNvSpPr>
          <p:nvPr/>
        </p:nvSpPr>
        <p:spPr bwMode="auto">
          <a:xfrm>
            <a:off x="5181600" y="4800600"/>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a:latin typeface="Tahoma" panose="020B0604030504040204" pitchFamily="34" charset="0"/>
              </a:rPr>
              <a:t>Supremum </a:t>
            </a:r>
          </a:p>
        </p:txBody>
      </p:sp>
      <p:graphicFrame>
        <p:nvGraphicFramePr>
          <p:cNvPr id="18444" name="Object 19">
            <a:extLst>
              <a:ext uri="{FF2B5EF4-FFF2-40B4-BE49-F238E27FC236}">
                <a16:creationId xmlns:a16="http://schemas.microsoft.com/office/drawing/2014/main" id="{F215B3B5-C27B-9E9E-2D54-BD235691F18E}"/>
              </a:ext>
            </a:extLst>
          </p:cNvPr>
          <p:cNvGraphicFramePr>
            <a:graphicFrameLocks noChangeAspect="1"/>
          </p:cNvGraphicFramePr>
          <p:nvPr/>
        </p:nvGraphicFramePr>
        <p:xfrm>
          <a:off x="1789113" y="2819400"/>
          <a:ext cx="3006725" cy="3810000"/>
        </p:xfrm>
        <a:graphic>
          <a:graphicData uri="http://schemas.openxmlformats.org/presentationml/2006/ole">
            <mc:AlternateContent xmlns:mc="http://schemas.openxmlformats.org/markup-compatibility/2006">
              <mc:Choice xmlns:v="urn:schemas-microsoft-com:vml" Requires="v">
                <p:oleObj name="SmartDraw" r:id="rId11" imgW="4379976" imgH="5551932" progId="SmartDraw.2">
                  <p:embed/>
                </p:oleObj>
              </mc:Choice>
              <mc:Fallback>
                <p:oleObj name="SmartDraw" r:id="rId11" imgW="4379976" imgH="5551932" progId="SmartDraw.2">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89113" y="2819400"/>
                        <a:ext cx="300672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Rectangle 12">
            <a:extLst>
              <a:ext uri="{FF2B5EF4-FFF2-40B4-BE49-F238E27FC236}">
                <a16:creationId xmlns:a16="http://schemas.microsoft.com/office/drawing/2014/main" id="{D26C0C0C-A8AB-A817-CE24-38BD0533A354}"/>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14" name="Straight Connector 13">
            <a:extLst>
              <a:ext uri="{FF2B5EF4-FFF2-40B4-BE49-F238E27FC236}">
                <a16:creationId xmlns:a16="http://schemas.microsoft.com/office/drawing/2014/main" id="{A55608E6-2E03-F3FB-5251-3D1D1C9EED14}"/>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ED84C337-6594-55A5-64E1-9005A356876D}"/>
              </a:ext>
            </a:extLst>
          </p:cNvPr>
          <p:cNvSpPr>
            <a:spLocks noGrp="1" noChangeArrowheads="1"/>
          </p:cNvSpPr>
          <p:nvPr>
            <p:ph type="title"/>
          </p:nvPr>
        </p:nvSpPr>
        <p:spPr>
          <a:xfrm>
            <a:off x="304800" y="176213"/>
            <a:ext cx="10687050" cy="609600"/>
          </a:xfrm>
        </p:spPr>
        <p:txBody>
          <a:bodyPr rtlCol="0">
            <a:normAutofit fontScale="90000"/>
          </a:bodyPr>
          <a:lstStyle/>
          <a:p>
            <a:pPr eaLnBrk="1" fontAlgn="auto" hangingPunct="1">
              <a:spcAft>
                <a:spcPts val="0"/>
              </a:spcAft>
              <a:defRPr/>
            </a:pPr>
            <a:r>
              <a:rPr lang="en-GB" altLang="en-US" b="1" dirty="0"/>
              <a:t>Example : Numeric attribute: Find the distances</a:t>
            </a:r>
            <a:endParaRPr lang="en-US" altLang="en-US" b="1" dirty="0"/>
          </a:p>
        </p:txBody>
      </p:sp>
      <p:sp>
        <p:nvSpPr>
          <p:cNvPr id="20483" name="Slide Number Placeholder 3">
            <a:extLst>
              <a:ext uri="{FF2B5EF4-FFF2-40B4-BE49-F238E27FC236}">
                <a16:creationId xmlns:a16="http://schemas.microsoft.com/office/drawing/2014/main" id="{5920654E-0632-AF0E-5426-C47BFBE37A4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FC4BE99D-B18E-4CB7-B8A6-CF9A052A46D9}" type="slidenum">
              <a:rPr lang="en-US" altLang="en-US" sz="1200" smtClean="0">
                <a:latin typeface="Tahoma" panose="020B0604030504040204" pitchFamily="34" charset="0"/>
              </a:rPr>
              <a:pPr>
                <a:lnSpc>
                  <a:spcPct val="100000"/>
                </a:lnSpc>
                <a:spcBef>
                  <a:spcPct val="0"/>
                </a:spcBef>
                <a:buFontTx/>
                <a:buNone/>
              </a:pPr>
              <a:t>8</a:t>
            </a:fld>
            <a:endParaRPr lang="en-US" altLang="en-US" sz="1200">
              <a:latin typeface="Tahoma" panose="020B0604030504040204" pitchFamily="34" charset="0"/>
            </a:endParaRPr>
          </a:p>
        </p:txBody>
      </p:sp>
      <p:pic>
        <p:nvPicPr>
          <p:cNvPr id="20484" name="Picture 4">
            <a:extLst>
              <a:ext uri="{FF2B5EF4-FFF2-40B4-BE49-F238E27FC236}">
                <a16:creationId xmlns:a16="http://schemas.microsoft.com/office/drawing/2014/main" id="{5A066468-1718-7A4C-81A4-0B198C280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0825" y="838200"/>
            <a:ext cx="6886575"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9E0752F-4B00-1115-F6CA-E1F31E7B0333}"/>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56C9C8D3-F886-7882-67B5-97C26B056821}"/>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32F6EB7D-14B0-63CF-659A-AC2C049BE128}"/>
              </a:ext>
            </a:extLst>
          </p:cNvPr>
          <p:cNvSpPr>
            <a:spLocks noGrp="1" noChangeArrowheads="1"/>
          </p:cNvSpPr>
          <p:nvPr>
            <p:ph type="title"/>
          </p:nvPr>
        </p:nvSpPr>
        <p:spPr>
          <a:xfrm>
            <a:off x="122238" y="-28575"/>
            <a:ext cx="10515600" cy="1325563"/>
          </a:xfrm>
        </p:spPr>
        <p:txBody>
          <a:bodyPr/>
          <a:lstStyle/>
          <a:p>
            <a:pPr eaLnBrk="1" hangingPunct="1"/>
            <a:r>
              <a:rPr lang="en-GB" altLang="en-US" sz="3600"/>
              <a:t>Example: Numeric Attribute</a:t>
            </a:r>
            <a:endParaRPr lang="en-US" altLang="en-US" sz="3600"/>
          </a:p>
        </p:txBody>
      </p:sp>
      <p:sp>
        <p:nvSpPr>
          <p:cNvPr id="21507" name="Slide Number Placeholder 3">
            <a:extLst>
              <a:ext uri="{FF2B5EF4-FFF2-40B4-BE49-F238E27FC236}">
                <a16:creationId xmlns:a16="http://schemas.microsoft.com/office/drawing/2014/main" id="{A2F27217-ADB4-C97C-FBEE-DDA0DF5F443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12F6656B-786A-44F6-80C6-923A5B07B05E}" type="slidenum">
              <a:rPr lang="en-US" altLang="en-US" sz="1200" smtClean="0">
                <a:latin typeface="Tahoma" panose="020B0604030504040204" pitchFamily="34" charset="0"/>
              </a:rPr>
              <a:pPr>
                <a:lnSpc>
                  <a:spcPct val="100000"/>
                </a:lnSpc>
                <a:spcBef>
                  <a:spcPct val="0"/>
                </a:spcBef>
                <a:buFontTx/>
                <a:buNone/>
              </a:pPr>
              <a:t>9</a:t>
            </a:fld>
            <a:endParaRPr lang="en-US" altLang="en-US" sz="1200">
              <a:latin typeface="Tahoma" panose="020B0604030504040204" pitchFamily="34" charset="0"/>
            </a:endParaRPr>
          </a:p>
        </p:txBody>
      </p:sp>
      <p:pic>
        <p:nvPicPr>
          <p:cNvPr id="21508" name="Picture 4">
            <a:extLst>
              <a:ext uri="{FF2B5EF4-FFF2-40B4-BE49-F238E27FC236}">
                <a16:creationId xmlns:a16="http://schemas.microsoft.com/office/drawing/2014/main" id="{A424BD51-345C-0C7E-711C-B9A8FF76F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85925"/>
            <a:ext cx="914400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7DB15EC-2F78-6973-FC4F-ED98594EF1B0}"/>
              </a:ext>
            </a:extLst>
          </p:cNvPr>
          <p:cNvSpPr/>
          <p:nvPr/>
        </p:nvSpPr>
        <p:spPr>
          <a:xfrm>
            <a:off x="103188" y="136525"/>
            <a:ext cx="11944350" cy="6611938"/>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32A5CE85-FA2F-0501-8103-989AA9887CD9}"/>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E2FF2C4-DC58-36C6-23EA-8CB14AC7BCAB}"/>
              </a:ext>
            </a:extLst>
          </p:cNvPr>
          <p:cNvSpPr>
            <a:spLocks noGrp="1" noChangeArrowheads="1"/>
          </p:cNvSpPr>
          <p:nvPr>
            <p:ph type="title"/>
          </p:nvPr>
        </p:nvSpPr>
        <p:spPr>
          <a:xfrm>
            <a:off x="381000" y="123825"/>
            <a:ext cx="10515600" cy="1325563"/>
          </a:xfrm>
        </p:spPr>
        <p:txBody>
          <a:bodyPr/>
          <a:lstStyle/>
          <a:p>
            <a:pPr eaLnBrk="1" hangingPunct="1"/>
            <a:r>
              <a:rPr lang="en-GB" altLang="en-US" sz="3600" b="1"/>
              <a:t>Similarity / Proximity Measures</a:t>
            </a:r>
            <a:endParaRPr lang="en-IN" altLang="en-US" sz="3600" b="1"/>
          </a:p>
        </p:txBody>
      </p:sp>
      <p:sp>
        <p:nvSpPr>
          <p:cNvPr id="22531" name="Slide Number Placeholder 3">
            <a:extLst>
              <a:ext uri="{FF2B5EF4-FFF2-40B4-BE49-F238E27FC236}">
                <a16:creationId xmlns:a16="http://schemas.microsoft.com/office/drawing/2014/main" id="{E56ED2B1-7CBD-F24A-8786-5FA250E2B67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5D88DBDC-4B13-4175-B515-3A976C352531}" type="slidenum">
              <a:rPr lang="en-US" altLang="en-US" sz="1200" smtClean="0">
                <a:latin typeface="Tahoma" panose="020B0604030504040204" pitchFamily="34" charset="0"/>
              </a:rPr>
              <a:pPr>
                <a:lnSpc>
                  <a:spcPct val="100000"/>
                </a:lnSpc>
                <a:spcBef>
                  <a:spcPct val="0"/>
                </a:spcBef>
                <a:buFontTx/>
                <a:buNone/>
              </a:pPr>
              <a:t>10</a:t>
            </a:fld>
            <a:endParaRPr lang="en-US" altLang="en-US" sz="1200">
              <a:latin typeface="Tahoma" panose="020B0604030504040204" pitchFamily="34" charset="0"/>
            </a:endParaRPr>
          </a:p>
        </p:txBody>
      </p:sp>
      <p:sp>
        <p:nvSpPr>
          <p:cNvPr id="5" name="TextBox 4">
            <a:extLst>
              <a:ext uri="{FF2B5EF4-FFF2-40B4-BE49-F238E27FC236}">
                <a16:creationId xmlns:a16="http://schemas.microsoft.com/office/drawing/2014/main" id="{9EE8DC77-8E30-9B3C-6669-3FF52FDBF5AB}"/>
              </a:ext>
            </a:extLst>
          </p:cNvPr>
          <p:cNvSpPr txBox="1"/>
          <p:nvPr/>
        </p:nvSpPr>
        <p:spPr>
          <a:xfrm>
            <a:off x="1981200" y="1981200"/>
            <a:ext cx="4467225" cy="1908175"/>
          </a:xfrm>
          <a:prstGeom prst="rect">
            <a:avLst/>
          </a:prstGeom>
          <a:noFill/>
        </p:spPr>
        <p:txBody>
          <a:bodyPr wrap="none">
            <a:spAutoFit/>
          </a:bodyPr>
          <a:lstStyle/>
          <a:p>
            <a:pPr marL="342900" indent="-342900" eaLnBrk="1" fontAlgn="auto" hangingPunct="1">
              <a:spcBef>
                <a:spcPts val="0"/>
              </a:spcBef>
              <a:spcAft>
                <a:spcPts val="0"/>
              </a:spcAft>
              <a:buFont typeface="Arial" panose="020B0604020202020204" pitchFamily="34" charset="0"/>
              <a:buChar char="•"/>
              <a:defRPr/>
            </a:pPr>
            <a:r>
              <a:rPr lang="en-GB" sz="2000" b="1" dirty="0">
                <a:latin typeface="+mn-lt"/>
              </a:rPr>
              <a:t>Nominal attributes</a:t>
            </a:r>
          </a:p>
          <a:p>
            <a:pPr marL="342900" indent="-342900" eaLnBrk="1" fontAlgn="auto" hangingPunct="1">
              <a:spcBef>
                <a:spcPts val="0"/>
              </a:spcBef>
              <a:spcAft>
                <a:spcPts val="0"/>
              </a:spcAft>
              <a:buFont typeface="Arial" panose="020B0604020202020204" pitchFamily="34" charset="0"/>
              <a:buChar char="•"/>
              <a:defRPr/>
            </a:pPr>
            <a:r>
              <a:rPr lang="en-GB" sz="2000" b="1" dirty="0">
                <a:latin typeface="+mn-lt"/>
              </a:rPr>
              <a:t>Binary attributes</a:t>
            </a:r>
          </a:p>
          <a:p>
            <a:pPr marL="342900" indent="-342900" eaLnBrk="1" fontAlgn="auto" hangingPunct="1">
              <a:spcBef>
                <a:spcPts val="0"/>
              </a:spcBef>
              <a:spcAft>
                <a:spcPts val="0"/>
              </a:spcAft>
              <a:buFont typeface="Arial" panose="020B0604020202020204" pitchFamily="34" charset="0"/>
              <a:buChar char="•"/>
              <a:defRPr/>
            </a:pPr>
            <a:r>
              <a:rPr lang="en-GB" sz="2000" b="1" dirty="0">
                <a:latin typeface="+mn-lt"/>
              </a:rPr>
              <a:t>Ordinal attributes</a:t>
            </a:r>
          </a:p>
          <a:p>
            <a:pPr marL="342900" indent="-342900" eaLnBrk="1" fontAlgn="auto" hangingPunct="1">
              <a:spcBef>
                <a:spcPts val="0"/>
              </a:spcBef>
              <a:spcAft>
                <a:spcPts val="0"/>
              </a:spcAft>
              <a:buFont typeface="Arial" panose="020B0604020202020204" pitchFamily="34" charset="0"/>
              <a:buChar char="•"/>
              <a:defRPr/>
            </a:pPr>
            <a:r>
              <a:rPr lang="en-GB" sz="2000" b="1" dirty="0">
                <a:latin typeface="+mn-lt"/>
              </a:rPr>
              <a:t>Numeric attributes  1. Scaled 2. Ratio</a:t>
            </a:r>
          </a:p>
          <a:p>
            <a:pPr marL="342900" indent="-342900" eaLnBrk="1" fontAlgn="auto" hangingPunct="1">
              <a:spcBef>
                <a:spcPts val="0"/>
              </a:spcBef>
              <a:spcAft>
                <a:spcPts val="0"/>
              </a:spcAft>
              <a:buFont typeface="Arial" panose="020B0604020202020204" pitchFamily="34" charset="0"/>
              <a:buChar char="•"/>
              <a:defRPr/>
            </a:pPr>
            <a:r>
              <a:rPr lang="en-GB" sz="2000" b="1" dirty="0">
                <a:latin typeface="+mn-lt"/>
              </a:rPr>
              <a:t>Mixed attributes</a:t>
            </a:r>
          </a:p>
          <a:p>
            <a:pPr eaLnBrk="1" fontAlgn="auto" hangingPunct="1">
              <a:spcBef>
                <a:spcPts val="0"/>
              </a:spcBef>
              <a:spcAft>
                <a:spcPts val="0"/>
              </a:spcAft>
              <a:defRPr/>
            </a:pPr>
            <a:endParaRPr lang="en-IN" dirty="0">
              <a:latin typeface="+mn-lt"/>
            </a:endParaRPr>
          </a:p>
        </p:txBody>
      </p:sp>
      <p:sp>
        <p:nvSpPr>
          <p:cNvPr id="6" name="Rectangle 5">
            <a:extLst>
              <a:ext uri="{FF2B5EF4-FFF2-40B4-BE49-F238E27FC236}">
                <a16:creationId xmlns:a16="http://schemas.microsoft.com/office/drawing/2014/main" id="{A9F79C38-CFE3-3A34-7459-811B5D7CDBF6}"/>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7" name="Straight Connector 6">
            <a:extLst>
              <a:ext uri="{FF2B5EF4-FFF2-40B4-BE49-F238E27FC236}">
                <a16:creationId xmlns:a16="http://schemas.microsoft.com/office/drawing/2014/main" id="{16E8A28B-BE33-977F-E400-D4AF25E7CD63}"/>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F3572BC-2987-AE66-33F8-BCD561C5015A}"/>
              </a:ext>
            </a:extLst>
          </p:cNvPr>
          <p:cNvSpPr>
            <a:spLocks noGrp="1" noChangeArrowheads="1"/>
          </p:cNvSpPr>
          <p:nvPr>
            <p:ph type="title"/>
          </p:nvPr>
        </p:nvSpPr>
        <p:spPr>
          <a:xfrm>
            <a:off x="304800" y="301625"/>
            <a:ext cx="8763000" cy="782638"/>
          </a:xfrm>
          <a:noFill/>
        </p:spPr>
        <p:txBody>
          <a:bodyPr lIns="92075" tIns="46038" rIns="92075" bIns="46038"/>
          <a:lstStyle/>
          <a:p>
            <a:pPr eaLnBrk="1" hangingPunct="1"/>
            <a:r>
              <a:rPr lang="en-US" altLang="en-US" sz="3200" b="1">
                <a:solidFill>
                  <a:srgbClr val="170981"/>
                </a:solidFill>
              </a:rPr>
              <a:t>Proximity Measure for Nominal Attributes</a:t>
            </a:r>
          </a:p>
        </p:txBody>
      </p:sp>
      <p:sp>
        <p:nvSpPr>
          <p:cNvPr id="23555" name="Slide Number Placeholder 5">
            <a:extLst>
              <a:ext uri="{FF2B5EF4-FFF2-40B4-BE49-F238E27FC236}">
                <a16:creationId xmlns:a16="http://schemas.microsoft.com/office/drawing/2014/main" id="{9EAB1810-F14F-4CCD-EAF7-65C3846E43A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2AB1BB1E-8DE4-4B1A-B4B1-BDBC8EB346E8}" type="slidenum">
              <a:rPr lang="en-US" altLang="en-US" sz="1200" smtClean="0">
                <a:latin typeface="Tahoma" panose="020B0604030504040204" pitchFamily="34" charset="0"/>
              </a:rPr>
              <a:pPr>
                <a:lnSpc>
                  <a:spcPct val="100000"/>
                </a:lnSpc>
                <a:spcBef>
                  <a:spcPct val="0"/>
                </a:spcBef>
                <a:buFontTx/>
                <a:buNone/>
              </a:pPr>
              <a:t>11</a:t>
            </a:fld>
            <a:endParaRPr lang="en-US" altLang="en-US" sz="1200">
              <a:latin typeface="Tahoma" panose="020B0604030504040204" pitchFamily="34" charset="0"/>
            </a:endParaRPr>
          </a:p>
        </p:txBody>
      </p:sp>
      <p:sp>
        <p:nvSpPr>
          <p:cNvPr id="6" name="Rectangle 5">
            <a:extLst>
              <a:ext uri="{FF2B5EF4-FFF2-40B4-BE49-F238E27FC236}">
                <a16:creationId xmlns:a16="http://schemas.microsoft.com/office/drawing/2014/main" id="{82767470-1EF6-B248-E339-6D12D353E011}"/>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7" name="Straight Connector 6">
            <a:extLst>
              <a:ext uri="{FF2B5EF4-FFF2-40B4-BE49-F238E27FC236}">
                <a16:creationId xmlns:a16="http://schemas.microsoft.com/office/drawing/2014/main" id="{993839FC-96E2-4994-AA0C-18BA306169AA}"/>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3558" name="Picture 3">
            <a:extLst>
              <a:ext uri="{FF2B5EF4-FFF2-40B4-BE49-F238E27FC236}">
                <a16:creationId xmlns:a16="http://schemas.microsoft.com/office/drawing/2014/main" id="{86519293-D821-7790-277A-F450AA1FA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544638"/>
            <a:ext cx="8686800" cy="464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691FBEFC-E78F-1610-F686-34766E75E138}"/>
              </a:ext>
            </a:extLst>
          </p:cNvPr>
          <p:cNvSpPr>
            <a:spLocks noGrp="1" noChangeArrowheads="1"/>
          </p:cNvSpPr>
          <p:nvPr>
            <p:ph type="title"/>
          </p:nvPr>
        </p:nvSpPr>
        <p:spPr/>
        <p:txBody>
          <a:bodyPr/>
          <a:lstStyle/>
          <a:p>
            <a:r>
              <a:rPr lang="en-GB" altLang="en-US"/>
              <a:t>Example : find dissimilarity of given data</a:t>
            </a:r>
            <a:endParaRPr lang="en-IN" altLang="en-US"/>
          </a:p>
        </p:txBody>
      </p:sp>
      <p:sp>
        <p:nvSpPr>
          <p:cNvPr id="25603" name="Slide Number Placeholder 5">
            <a:extLst>
              <a:ext uri="{FF2B5EF4-FFF2-40B4-BE49-F238E27FC236}">
                <a16:creationId xmlns:a16="http://schemas.microsoft.com/office/drawing/2014/main" id="{FD0C241F-1EDA-B9FE-6AC6-A3829395EF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BD9734F9-D788-4B59-8989-21C5B945856A}" type="slidenum">
              <a:rPr lang="en-US" altLang="en-US" sz="1200" smtClean="0">
                <a:solidFill>
                  <a:srgbClr val="898989"/>
                </a:solidFill>
              </a:rPr>
              <a:pPr>
                <a:lnSpc>
                  <a:spcPct val="100000"/>
                </a:lnSpc>
                <a:spcBef>
                  <a:spcPct val="0"/>
                </a:spcBef>
                <a:buFontTx/>
                <a:buNone/>
              </a:pPr>
              <a:t>12</a:t>
            </a:fld>
            <a:endParaRPr lang="en-US" altLang="en-US" sz="1200">
              <a:solidFill>
                <a:srgbClr val="898989"/>
              </a:solidFill>
            </a:endParaRPr>
          </a:p>
        </p:txBody>
      </p:sp>
      <p:pic>
        <p:nvPicPr>
          <p:cNvPr id="25604" name="Picture 7">
            <a:extLst>
              <a:ext uri="{FF2B5EF4-FFF2-40B4-BE49-F238E27FC236}">
                <a16:creationId xmlns:a16="http://schemas.microsoft.com/office/drawing/2014/main" id="{E1864725-AF36-9484-A2C2-8C6BCD116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868488"/>
            <a:ext cx="92964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D74F3BA-E85C-F395-7B8F-EF4592079E4A}"/>
              </a:ext>
            </a:extLst>
          </p:cNvPr>
          <p:cNvSpPr>
            <a:spLocks noGrp="1" noChangeArrowheads="1"/>
          </p:cNvSpPr>
          <p:nvPr>
            <p:ph type="title"/>
          </p:nvPr>
        </p:nvSpPr>
        <p:spPr>
          <a:xfrm>
            <a:off x="152400" y="-17463"/>
            <a:ext cx="11506200" cy="1325563"/>
          </a:xfrm>
        </p:spPr>
        <p:txBody>
          <a:bodyPr/>
          <a:lstStyle/>
          <a:p>
            <a:pPr eaLnBrk="1" hangingPunct="1"/>
            <a:r>
              <a:rPr lang="en-GB" altLang="en-US" sz="3600" b="1"/>
              <a:t>Example: Finding Similarity matrix for Nominal attribute</a:t>
            </a:r>
            <a:endParaRPr lang="en-IN" altLang="en-US" sz="3600" b="1"/>
          </a:p>
        </p:txBody>
      </p:sp>
      <p:sp>
        <p:nvSpPr>
          <p:cNvPr id="26627" name="Slide Number Placeholder 5">
            <a:extLst>
              <a:ext uri="{FF2B5EF4-FFF2-40B4-BE49-F238E27FC236}">
                <a16:creationId xmlns:a16="http://schemas.microsoft.com/office/drawing/2014/main" id="{36653CE1-2649-46CE-4C50-E53A2F0EF9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8B58683F-263A-4846-824E-4AB14E264248}" type="slidenum">
              <a:rPr lang="en-US" altLang="en-US" sz="1200" smtClean="0">
                <a:solidFill>
                  <a:srgbClr val="898989"/>
                </a:solidFill>
              </a:rPr>
              <a:pPr>
                <a:lnSpc>
                  <a:spcPct val="100000"/>
                </a:lnSpc>
                <a:spcBef>
                  <a:spcPct val="0"/>
                </a:spcBef>
                <a:buFontTx/>
                <a:buNone/>
              </a:pPr>
              <a:t>13</a:t>
            </a:fld>
            <a:endParaRPr lang="en-US" altLang="en-US" sz="1200">
              <a:solidFill>
                <a:srgbClr val="898989"/>
              </a:solidFill>
            </a:endParaRPr>
          </a:p>
        </p:txBody>
      </p:sp>
      <p:pic>
        <p:nvPicPr>
          <p:cNvPr id="26628" name="Picture 7">
            <a:extLst>
              <a:ext uri="{FF2B5EF4-FFF2-40B4-BE49-F238E27FC236}">
                <a16:creationId xmlns:a16="http://schemas.microsoft.com/office/drawing/2014/main" id="{6C8DB75A-8E39-B869-7478-84611C55B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538" r="67897" b="40286"/>
          <a:stretch>
            <a:fillRect/>
          </a:stretch>
        </p:blipFill>
        <p:spPr bwMode="auto">
          <a:xfrm>
            <a:off x="838200" y="1308100"/>
            <a:ext cx="3084513" cy="263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9">
            <a:extLst>
              <a:ext uri="{FF2B5EF4-FFF2-40B4-BE49-F238E27FC236}">
                <a16:creationId xmlns:a16="http://schemas.microsoft.com/office/drawing/2014/main" id="{EDDFA802-DE9C-ACDB-D199-E05AF0B90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7175" y="1319213"/>
            <a:ext cx="495300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7">
            <a:extLst>
              <a:ext uri="{FF2B5EF4-FFF2-40B4-BE49-F238E27FC236}">
                <a16:creationId xmlns:a16="http://schemas.microsoft.com/office/drawing/2014/main" id="{5C4C45B4-F1D4-A153-A349-C2DA5CB191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0538" r="900"/>
          <a:stretch>
            <a:fillRect/>
          </a:stretch>
        </p:blipFill>
        <p:spPr bwMode="auto">
          <a:xfrm>
            <a:off x="527050" y="4411663"/>
            <a:ext cx="54102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FF9CFDA4-1071-4EED-7421-06FA52E0A0CA}"/>
              </a:ext>
            </a:extLst>
          </p:cNvPr>
          <p:cNvSpPr>
            <a:spLocks noGrp="1" noChangeArrowheads="1"/>
          </p:cNvSpPr>
          <p:nvPr>
            <p:ph type="title"/>
          </p:nvPr>
        </p:nvSpPr>
        <p:spPr>
          <a:xfrm>
            <a:off x="127000" y="136525"/>
            <a:ext cx="10515600" cy="1325563"/>
          </a:xfrm>
        </p:spPr>
        <p:txBody>
          <a:bodyPr/>
          <a:lstStyle/>
          <a:p>
            <a:pPr eaLnBrk="1" hangingPunct="1"/>
            <a:r>
              <a:rPr lang="en-GB" altLang="en-US" sz="3600"/>
              <a:t>Example: Nominal attribute</a:t>
            </a:r>
            <a:endParaRPr lang="en-US" altLang="en-US" sz="3600"/>
          </a:p>
        </p:txBody>
      </p:sp>
      <p:sp>
        <p:nvSpPr>
          <p:cNvPr id="27651" name="Slide Number Placeholder 3">
            <a:extLst>
              <a:ext uri="{FF2B5EF4-FFF2-40B4-BE49-F238E27FC236}">
                <a16:creationId xmlns:a16="http://schemas.microsoft.com/office/drawing/2014/main" id="{FEAA8AC3-8720-91D5-0C32-977B4008F3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645E3568-5EEC-47EE-9571-F5502E344096}" type="slidenum">
              <a:rPr lang="en-US" altLang="en-US" sz="1200" smtClean="0">
                <a:latin typeface="Tahoma" panose="020B0604030504040204" pitchFamily="34" charset="0"/>
              </a:rPr>
              <a:pPr>
                <a:lnSpc>
                  <a:spcPct val="100000"/>
                </a:lnSpc>
                <a:spcBef>
                  <a:spcPct val="0"/>
                </a:spcBef>
                <a:buFontTx/>
                <a:buNone/>
              </a:pPr>
              <a:t>14</a:t>
            </a:fld>
            <a:endParaRPr lang="en-US" altLang="en-US" sz="1200">
              <a:latin typeface="Tahoma" panose="020B0604030504040204" pitchFamily="34" charset="0"/>
            </a:endParaRPr>
          </a:p>
        </p:txBody>
      </p:sp>
      <p:pic>
        <p:nvPicPr>
          <p:cNvPr id="27652" name="Picture 4">
            <a:extLst>
              <a:ext uri="{FF2B5EF4-FFF2-40B4-BE49-F238E27FC236}">
                <a16:creationId xmlns:a16="http://schemas.microsoft.com/office/drawing/2014/main" id="{C39A1B35-EBD7-3105-0073-AFF53BAD03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834" r="8333" b="38304"/>
          <a:stretch>
            <a:fillRect/>
          </a:stretch>
        </p:blipFill>
        <p:spPr bwMode="auto">
          <a:xfrm>
            <a:off x="2438400" y="1600200"/>
            <a:ext cx="7620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781B115-DAEA-E662-AE1C-94A5C726DE78}"/>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BC1E8F89-586D-2F75-A746-770F3873E3DD}"/>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9287E65-4859-53EC-7695-A27620BAF764}"/>
              </a:ext>
            </a:extLst>
          </p:cNvPr>
          <p:cNvSpPr>
            <a:spLocks noGrp="1" noChangeArrowheads="1"/>
          </p:cNvSpPr>
          <p:nvPr>
            <p:ph type="title"/>
          </p:nvPr>
        </p:nvSpPr>
        <p:spPr>
          <a:xfrm>
            <a:off x="174625" y="109538"/>
            <a:ext cx="10515600" cy="1325562"/>
          </a:xfrm>
          <a:noFill/>
        </p:spPr>
        <p:txBody>
          <a:bodyPr lIns="92075" tIns="46038" rIns="92075" bIns="46038"/>
          <a:lstStyle/>
          <a:p>
            <a:pPr eaLnBrk="1" hangingPunct="1"/>
            <a:r>
              <a:rPr lang="en-US" altLang="en-US" sz="3200" b="1">
                <a:solidFill>
                  <a:srgbClr val="170981"/>
                </a:solidFill>
              </a:rPr>
              <a:t>Proximity Measure for Binary Attributes</a:t>
            </a:r>
          </a:p>
        </p:txBody>
      </p:sp>
      <p:sp>
        <p:nvSpPr>
          <p:cNvPr id="28675" name="Slide Number Placeholder 3">
            <a:extLst>
              <a:ext uri="{FF2B5EF4-FFF2-40B4-BE49-F238E27FC236}">
                <a16:creationId xmlns:a16="http://schemas.microsoft.com/office/drawing/2014/main" id="{38F9D922-4722-EEAE-B2FF-A7D7E3B066F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95459F5D-4221-4BE6-866C-F282943FEF66}" type="slidenum">
              <a:rPr lang="en-US" altLang="en-US" sz="1200" smtClean="0">
                <a:latin typeface="Tahoma" panose="020B0604030504040204" pitchFamily="34" charset="0"/>
              </a:rPr>
              <a:pPr>
                <a:lnSpc>
                  <a:spcPct val="100000"/>
                </a:lnSpc>
                <a:spcBef>
                  <a:spcPct val="0"/>
                </a:spcBef>
                <a:buFontTx/>
                <a:buNone/>
              </a:pPr>
              <a:t>15</a:t>
            </a:fld>
            <a:endParaRPr lang="en-US" altLang="en-US" sz="1200">
              <a:latin typeface="Tahoma" panose="020B0604030504040204" pitchFamily="34" charset="0"/>
            </a:endParaRPr>
          </a:p>
        </p:txBody>
      </p:sp>
      <p:pic>
        <p:nvPicPr>
          <p:cNvPr id="28676" name="Picture 5" descr="Diagram&#10;&#10;Description automatically generated">
            <a:extLst>
              <a:ext uri="{FF2B5EF4-FFF2-40B4-BE49-F238E27FC236}">
                <a16:creationId xmlns:a16="http://schemas.microsoft.com/office/drawing/2014/main" id="{D9307896-E1D2-AA39-4036-BEB5B641D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1775" y="1144588"/>
            <a:ext cx="9144000" cy="546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41B19329-36A8-DE6D-C9B8-930EFA232DA8}"/>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97D33BD7-7D36-2028-FC08-4A4CAEE7D211}"/>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884CBAC-EEF3-9DFB-65AE-AB64A84E7CB1}"/>
              </a:ext>
            </a:extLst>
          </p:cNvPr>
          <p:cNvSpPr>
            <a:spLocks noGrp="1" noChangeArrowheads="1"/>
          </p:cNvSpPr>
          <p:nvPr>
            <p:ph type="title"/>
          </p:nvPr>
        </p:nvSpPr>
        <p:spPr>
          <a:xfrm>
            <a:off x="152400" y="117475"/>
            <a:ext cx="10515600" cy="1325563"/>
          </a:xfrm>
          <a:noFill/>
        </p:spPr>
        <p:txBody>
          <a:bodyPr lIns="92075" tIns="46038" rIns="92075" bIns="46038"/>
          <a:lstStyle/>
          <a:p>
            <a:pPr eaLnBrk="1" hangingPunct="1"/>
            <a:r>
              <a:rPr lang="en-US" altLang="en-US" sz="3200" b="1">
                <a:solidFill>
                  <a:srgbClr val="170981"/>
                </a:solidFill>
              </a:rPr>
              <a:t>Proximity Measure for Binary Attributes: Example</a:t>
            </a:r>
          </a:p>
        </p:txBody>
      </p:sp>
      <p:sp>
        <p:nvSpPr>
          <p:cNvPr id="29699" name="Slide Number Placeholder 3">
            <a:extLst>
              <a:ext uri="{FF2B5EF4-FFF2-40B4-BE49-F238E27FC236}">
                <a16:creationId xmlns:a16="http://schemas.microsoft.com/office/drawing/2014/main" id="{7B630D04-84DB-20F2-865D-A1B3896C6B4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7252E209-8E83-49AE-940C-689BE8E1D4C7}" type="slidenum">
              <a:rPr lang="en-US" altLang="en-US" sz="1200" smtClean="0">
                <a:latin typeface="Tahoma" panose="020B0604030504040204" pitchFamily="34" charset="0"/>
              </a:rPr>
              <a:pPr>
                <a:lnSpc>
                  <a:spcPct val="100000"/>
                </a:lnSpc>
                <a:spcBef>
                  <a:spcPct val="0"/>
                </a:spcBef>
                <a:buFontTx/>
                <a:buNone/>
              </a:pPr>
              <a:t>16</a:t>
            </a:fld>
            <a:endParaRPr lang="en-US" altLang="en-US" sz="1200">
              <a:latin typeface="Tahoma" panose="020B0604030504040204" pitchFamily="34" charset="0"/>
            </a:endParaRPr>
          </a:p>
        </p:txBody>
      </p:sp>
      <p:pic>
        <p:nvPicPr>
          <p:cNvPr id="29700" name="Picture 5" descr="A picture containing text, receipt&#10;&#10;Description automatically generated">
            <a:extLst>
              <a:ext uri="{FF2B5EF4-FFF2-40B4-BE49-F238E27FC236}">
                <a16:creationId xmlns:a16="http://schemas.microsoft.com/office/drawing/2014/main" id="{1B273468-3766-1C7E-3558-0FB25CB9A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43000"/>
            <a:ext cx="9144000" cy="55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4B5AD81-D08F-075A-1E85-F9A1B1FFCCB2}"/>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387B4785-542A-288E-0E0F-F7B322E75D3C}"/>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69DAA75-9F67-CC05-7C77-3D8669B5CC42}"/>
              </a:ext>
            </a:extLst>
          </p:cNvPr>
          <p:cNvSpPr>
            <a:spLocks noGrp="1" noChangeArrowheads="1"/>
          </p:cNvSpPr>
          <p:nvPr>
            <p:ph type="title"/>
          </p:nvPr>
        </p:nvSpPr>
        <p:spPr>
          <a:xfrm>
            <a:off x="115888" y="122238"/>
            <a:ext cx="10515600" cy="1325562"/>
          </a:xfrm>
          <a:noFill/>
        </p:spPr>
        <p:txBody>
          <a:bodyPr lIns="92075" tIns="46038" rIns="92075" bIns="46038"/>
          <a:lstStyle/>
          <a:p>
            <a:pPr eaLnBrk="1" hangingPunct="1"/>
            <a:r>
              <a:rPr lang="en-US" altLang="en-US" sz="3200" b="1">
                <a:solidFill>
                  <a:srgbClr val="170981"/>
                </a:solidFill>
              </a:rPr>
              <a:t>Proximity Measure for Binary Attributes</a:t>
            </a:r>
          </a:p>
        </p:txBody>
      </p:sp>
      <p:sp>
        <p:nvSpPr>
          <p:cNvPr id="30723" name="Slide Number Placeholder 3">
            <a:extLst>
              <a:ext uri="{FF2B5EF4-FFF2-40B4-BE49-F238E27FC236}">
                <a16:creationId xmlns:a16="http://schemas.microsoft.com/office/drawing/2014/main" id="{D865B8B3-36C1-313B-4586-4F6708059E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F88582A1-D572-40D2-B993-8666B9990C2F}" type="slidenum">
              <a:rPr lang="en-US" altLang="en-US" sz="1200" smtClean="0">
                <a:latin typeface="Tahoma" panose="020B0604030504040204" pitchFamily="34" charset="0"/>
              </a:rPr>
              <a:pPr>
                <a:lnSpc>
                  <a:spcPct val="100000"/>
                </a:lnSpc>
                <a:spcBef>
                  <a:spcPct val="0"/>
                </a:spcBef>
                <a:buFontTx/>
                <a:buNone/>
              </a:pPr>
              <a:t>17</a:t>
            </a:fld>
            <a:endParaRPr lang="en-US" altLang="en-US" sz="1200">
              <a:latin typeface="Tahoma" panose="020B0604030504040204" pitchFamily="34" charset="0"/>
            </a:endParaRPr>
          </a:p>
        </p:txBody>
      </p:sp>
      <p:pic>
        <p:nvPicPr>
          <p:cNvPr id="30724" name="Picture 5" descr="Text, letter&#10;&#10;Description automatically generated">
            <a:extLst>
              <a:ext uri="{FF2B5EF4-FFF2-40B4-BE49-F238E27FC236}">
                <a16:creationId xmlns:a16="http://schemas.microsoft.com/office/drawing/2014/main" id="{75AFE5EA-A271-F689-4899-CB10B5859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167" t="6032" r="1666" b="7828"/>
          <a:stretch>
            <a:fillRect/>
          </a:stretch>
        </p:blipFill>
        <p:spPr bwMode="auto">
          <a:xfrm>
            <a:off x="2017713" y="1638300"/>
            <a:ext cx="81534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E9C92DBB-0D78-F557-4803-D532693AC229}"/>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C4F4C2AA-9950-E745-0BA4-26DE173C1BE0}"/>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620AA714-9431-0E20-054D-24DD152FBECC}"/>
              </a:ext>
            </a:extLst>
          </p:cNvPr>
          <p:cNvSpPr>
            <a:spLocks noGrp="1" noChangeArrowheads="1"/>
          </p:cNvSpPr>
          <p:nvPr>
            <p:ph idx="1"/>
          </p:nvPr>
        </p:nvSpPr>
        <p:spPr>
          <a:xfrm>
            <a:off x="1828800" y="1447800"/>
            <a:ext cx="8382000" cy="4949825"/>
          </a:xfrm>
        </p:spPr>
        <p:txBody>
          <a:bodyPr/>
          <a:lstStyle/>
          <a:p>
            <a:pPr eaLnBrk="1" hangingPunct="1"/>
            <a:r>
              <a:rPr lang="en-US" altLang="en-US" sz="2400"/>
              <a:t>Example: Asymmetric dissimilarity matrix for given dataset</a:t>
            </a:r>
          </a:p>
          <a:p>
            <a:pPr eaLnBrk="1" hangingPunct="1"/>
            <a:endParaRPr lang="en-US" altLang="en-US" sz="2400"/>
          </a:p>
          <a:p>
            <a:pPr eaLnBrk="1" hangingPunct="1"/>
            <a:endParaRPr lang="en-US" altLang="en-US" sz="2400"/>
          </a:p>
          <a:p>
            <a:pPr lvl="1" eaLnBrk="1" hangingPunct="1"/>
            <a:endParaRPr lang="en-US" altLang="en-US"/>
          </a:p>
          <a:p>
            <a:pPr lvl="1" eaLnBrk="1" hangingPunct="1"/>
            <a:endParaRPr lang="en-US" altLang="en-US" sz="2000"/>
          </a:p>
          <a:p>
            <a:pPr lvl="1" eaLnBrk="1" hangingPunct="1"/>
            <a:r>
              <a:rPr lang="en-US" altLang="en-US" sz="2000"/>
              <a:t>Gender is a symmetric attribute</a:t>
            </a:r>
          </a:p>
          <a:p>
            <a:pPr lvl="1" eaLnBrk="1" hangingPunct="1"/>
            <a:r>
              <a:rPr lang="en-US" altLang="en-US" sz="2000"/>
              <a:t>The remaining attributes are asymmetric binary</a:t>
            </a:r>
          </a:p>
          <a:p>
            <a:pPr lvl="1" eaLnBrk="1" hangingPunct="1"/>
            <a:r>
              <a:rPr lang="en-US" altLang="en-US" sz="2000"/>
              <a:t>Let the values Y and P be 1, and the value N 0</a:t>
            </a:r>
          </a:p>
        </p:txBody>
      </p:sp>
      <p:sp>
        <p:nvSpPr>
          <p:cNvPr id="31747" name="Slide Number Placeholder 5">
            <a:extLst>
              <a:ext uri="{FF2B5EF4-FFF2-40B4-BE49-F238E27FC236}">
                <a16:creationId xmlns:a16="http://schemas.microsoft.com/office/drawing/2014/main" id="{28049353-629A-996A-3B72-E78BCFFA47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3C64804B-8842-4B39-A6D8-A041674CC4DF}" type="slidenum">
              <a:rPr lang="en-US" altLang="en-US" sz="1200" smtClean="0">
                <a:latin typeface="Tahoma" panose="020B0604030504040204" pitchFamily="34" charset="0"/>
              </a:rPr>
              <a:pPr>
                <a:lnSpc>
                  <a:spcPct val="100000"/>
                </a:lnSpc>
                <a:spcBef>
                  <a:spcPct val="0"/>
                </a:spcBef>
                <a:buFontTx/>
                <a:buNone/>
              </a:pPr>
              <a:t>18</a:t>
            </a:fld>
            <a:endParaRPr lang="en-US" altLang="en-US" sz="1200">
              <a:latin typeface="Tahoma" panose="020B0604030504040204" pitchFamily="34" charset="0"/>
            </a:endParaRPr>
          </a:p>
        </p:txBody>
      </p:sp>
      <p:graphicFrame>
        <p:nvGraphicFramePr>
          <p:cNvPr id="31748" name="Object 4">
            <a:extLst>
              <a:ext uri="{FF2B5EF4-FFF2-40B4-BE49-F238E27FC236}">
                <a16:creationId xmlns:a16="http://schemas.microsoft.com/office/drawing/2014/main" id="{660E493E-AE7C-A09E-428A-9E4B95EB464A}"/>
              </a:ext>
            </a:extLst>
          </p:cNvPr>
          <p:cNvGraphicFramePr>
            <a:graphicFrameLocks noChangeAspect="1"/>
          </p:cNvGraphicFramePr>
          <p:nvPr/>
        </p:nvGraphicFramePr>
        <p:xfrm>
          <a:off x="2667000" y="1981200"/>
          <a:ext cx="6932613" cy="1600200"/>
        </p:xfrm>
        <a:graphic>
          <a:graphicData uri="http://schemas.openxmlformats.org/presentationml/2006/ole">
            <mc:AlternateContent xmlns:mc="http://schemas.openxmlformats.org/markup-compatibility/2006">
              <mc:Choice xmlns:v="urn:schemas-microsoft-com:vml" Requires="v">
                <p:oleObj name="Document" r:id="rId3" imgW="6819900" imgH="1475232" progId="Word.Document.8">
                  <p:embed/>
                </p:oleObj>
              </mc:Choice>
              <mc:Fallback>
                <p:oleObj name="Document" r:id="rId3" imgW="6819900" imgH="1475232"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981200"/>
                        <a:ext cx="6932613"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9" name="Object 5">
            <a:extLst>
              <a:ext uri="{FF2B5EF4-FFF2-40B4-BE49-F238E27FC236}">
                <a16:creationId xmlns:a16="http://schemas.microsoft.com/office/drawing/2014/main" id="{E4169CCB-13BD-AF81-6553-4C0BC032727D}"/>
              </a:ext>
            </a:extLst>
          </p:cNvPr>
          <p:cNvGraphicFramePr>
            <a:graphicFrameLocks noChangeAspect="1"/>
          </p:cNvGraphicFramePr>
          <p:nvPr/>
        </p:nvGraphicFramePr>
        <p:xfrm>
          <a:off x="3581400" y="4784725"/>
          <a:ext cx="4191000" cy="1692275"/>
        </p:xfrm>
        <a:graphic>
          <a:graphicData uri="http://schemas.openxmlformats.org/presentationml/2006/ole">
            <mc:AlternateContent xmlns:mc="http://schemas.openxmlformats.org/markup-compatibility/2006">
              <mc:Choice xmlns:v="urn:schemas-microsoft-com:vml" Requires="v">
                <p:oleObj name="Equation" r:id="rId5" imgW="2019300" imgH="1219200" progId="Equation.3">
                  <p:embed/>
                </p:oleObj>
              </mc:Choice>
              <mc:Fallback>
                <p:oleObj name="Equation" r:id="rId5" imgW="2019300" imgH="1219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4784725"/>
                        <a:ext cx="4191000"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6">
            <a:extLst>
              <a:ext uri="{FF2B5EF4-FFF2-40B4-BE49-F238E27FC236}">
                <a16:creationId xmlns:a16="http://schemas.microsoft.com/office/drawing/2014/main" id="{061B3B5B-AE91-94ED-9760-B5239256E7D5}"/>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8" name="Straight Connector 7">
            <a:extLst>
              <a:ext uri="{FF2B5EF4-FFF2-40B4-BE49-F238E27FC236}">
                <a16:creationId xmlns:a16="http://schemas.microsoft.com/office/drawing/2014/main" id="{63BC8987-962B-7E62-4305-011F7C921FD4}"/>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1752" name="Rectangle 2">
            <a:extLst>
              <a:ext uri="{FF2B5EF4-FFF2-40B4-BE49-F238E27FC236}">
                <a16:creationId xmlns:a16="http://schemas.microsoft.com/office/drawing/2014/main" id="{24D7BE2F-DF86-7208-5289-7F6130D9B15C}"/>
              </a:ext>
            </a:extLst>
          </p:cNvPr>
          <p:cNvSpPr>
            <a:spLocks noGrp="1" noChangeArrowheads="1"/>
          </p:cNvSpPr>
          <p:nvPr>
            <p:ph type="title"/>
          </p:nvPr>
        </p:nvSpPr>
        <p:spPr>
          <a:xfrm>
            <a:off x="152400" y="117475"/>
            <a:ext cx="11430000" cy="1325563"/>
          </a:xfrm>
          <a:noFill/>
        </p:spPr>
        <p:txBody>
          <a:bodyPr lIns="92075" tIns="46038" rIns="92075" bIns="46038"/>
          <a:lstStyle/>
          <a:p>
            <a:pPr eaLnBrk="1" hangingPunct="1"/>
            <a:r>
              <a:rPr lang="en-US" altLang="en-US" sz="3200" b="1">
                <a:solidFill>
                  <a:srgbClr val="170981"/>
                </a:solidFill>
              </a:rPr>
              <a:t>Proximity Measure for Binary Attributes: Example: Find Dissimilarity matrix</a:t>
            </a:r>
          </a:p>
        </p:txBody>
      </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4956EE91-B9BE-887C-3D59-95DA333E4472}"/>
              </a:ext>
            </a:extLst>
          </p:cNvPr>
          <p:cNvSpPr>
            <a:spLocks noGrp="1" noChangeArrowheads="1"/>
          </p:cNvSpPr>
          <p:nvPr>
            <p:ph type="title"/>
          </p:nvPr>
        </p:nvSpPr>
        <p:spPr>
          <a:xfrm>
            <a:off x="122238" y="111125"/>
            <a:ext cx="11944350" cy="609600"/>
          </a:xfrm>
        </p:spPr>
        <p:txBody>
          <a:bodyPr rtlCol="0">
            <a:normAutofit fontScale="90000"/>
          </a:bodyPr>
          <a:lstStyle/>
          <a:p>
            <a:pPr eaLnBrk="1" fontAlgn="auto" hangingPunct="1">
              <a:spcAft>
                <a:spcPts val="0"/>
              </a:spcAft>
              <a:defRPr/>
            </a:pPr>
            <a:r>
              <a:rPr lang="en-GB" altLang="en-US" b="1" dirty="0"/>
              <a:t>Example: Ratio-Scaled Attributes: Find Dissimilarity matrix</a:t>
            </a:r>
            <a:endParaRPr lang="en-US" altLang="en-US" b="1" dirty="0"/>
          </a:p>
        </p:txBody>
      </p:sp>
      <p:sp>
        <p:nvSpPr>
          <p:cNvPr id="33795" name="Slide Number Placeholder 3">
            <a:extLst>
              <a:ext uri="{FF2B5EF4-FFF2-40B4-BE49-F238E27FC236}">
                <a16:creationId xmlns:a16="http://schemas.microsoft.com/office/drawing/2014/main" id="{C1A6C4B3-9792-7856-755C-2594E78879B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5A4EA516-308F-44CB-AEE4-86E379A74128}" type="slidenum">
              <a:rPr lang="en-US" altLang="en-US" sz="1200" smtClean="0">
                <a:latin typeface="Tahoma" panose="020B0604030504040204" pitchFamily="34" charset="0"/>
              </a:rPr>
              <a:pPr>
                <a:lnSpc>
                  <a:spcPct val="100000"/>
                </a:lnSpc>
                <a:spcBef>
                  <a:spcPct val="0"/>
                </a:spcBef>
                <a:buFontTx/>
                <a:buNone/>
              </a:pPr>
              <a:t>19</a:t>
            </a:fld>
            <a:endParaRPr lang="en-US" altLang="en-US" sz="1200">
              <a:latin typeface="Tahoma" panose="020B0604030504040204" pitchFamily="34" charset="0"/>
            </a:endParaRPr>
          </a:p>
        </p:txBody>
      </p:sp>
      <p:pic>
        <p:nvPicPr>
          <p:cNvPr id="33796" name="Picture 5">
            <a:extLst>
              <a:ext uri="{FF2B5EF4-FFF2-40B4-BE49-F238E27FC236}">
                <a16:creationId xmlns:a16="http://schemas.microsoft.com/office/drawing/2014/main" id="{3C804FF9-F80D-A472-A3D1-ECEF83167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72"/>
          <a:stretch>
            <a:fillRect/>
          </a:stretch>
        </p:blipFill>
        <p:spPr bwMode="auto">
          <a:xfrm>
            <a:off x="2667000" y="720725"/>
            <a:ext cx="72390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D2837259-FED8-371E-AD9C-BC9FB2273A39}"/>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CD8CFC9-F56C-5937-71DD-20EE10FBE738}"/>
              </a:ext>
            </a:extLst>
          </p:cNvPr>
          <p:cNvSpPr>
            <a:spLocks noGrp="1" noChangeArrowheads="1"/>
          </p:cNvSpPr>
          <p:nvPr>
            <p:ph type="title"/>
          </p:nvPr>
        </p:nvSpPr>
        <p:spPr>
          <a:xfrm>
            <a:off x="304800" y="266700"/>
            <a:ext cx="8153400" cy="630238"/>
          </a:xfrm>
          <a:noFill/>
        </p:spPr>
        <p:txBody>
          <a:bodyPr lIns="92075" tIns="46038" rIns="92075" bIns="46038"/>
          <a:lstStyle/>
          <a:p>
            <a:pPr eaLnBrk="1" hangingPunct="1"/>
            <a:r>
              <a:rPr lang="en-US" altLang="en-US" sz="3200" b="1">
                <a:solidFill>
                  <a:srgbClr val="170981"/>
                </a:solidFill>
              </a:rPr>
              <a:t>Proximity measure for Ordinal attributes</a:t>
            </a:r>
          </a:p>
        </p:txBody>
      </p:sp>
      <p:sp>
        <p:nvSpPr>
          <p:cNvPr id="34819" name="Rectangle 3">
            <a:extLst>
              <a:ext uri="{FF2B5EF4-FFF2-40B4-BE49-F238E27FC236}">
                <a16:creationId xmlns:a16="http://schemas.microsoft.com/office/drawing/2014/main" id="{CBB39118-4E66-94E8-117C-F52169A57D13}"/>
              </a:ext>
            </a:extLst>
          </p:cNvPr>
          <p:cNvSpPr>
            <a:spLocks noGrp="1" noChangeArrowheads="1"/>
          </p:cNvSpPr>
          <p:nvPr>
            <p:ph idx="1"/>
          </p:nvPr>
        </p:nvSpPr>
        <p:spPr>
          <a:xfrm>
            <a:off x="1524000" y="1357313"/>
            <a:ext cx="9601200" cy="5053012"/>
          </a:xfrm>
        </p:spPr>
        <p:txBody>
          <a:bodyPr lIns="92075" tIns="46038" rIns="92075" bIns="46038"/>
          <a:lstStyle/>
          <a:p>
            <a:pPr eaLnBrk="1" hangingPunct="1">
              <a:lnSpc>
                <a:spcPct val="110000"/>
              </a:lnSpc>
            </a:pPr>
            <a:r>
              <a:rPr lang="en-US" altLang="en-US" sz="2400"/>
              <a:t>An ordinal variable can be discrete or continuous</a:t>
            </a:r>
          </a:p>
          <a:p>
            <a:pPr eaLnBrk="1" hangingPunct="1">
              <a:lnSpc>
                <a:spcPct val="110000"/>
              </a:lnSpc>
            </a:pPr>
            <a:r>
              <a:rPr lang="en-US" altLang="en-US" sz="2400"/>
              <a:t>Order is important, e.g., rank</a:t>
            </a:r>
          </a:p>
          <a:p>
            <a:pPr eaLnBrk="1" hangingPunct="1">
              <a:lnSpc>
                <a:spcPct val="110000"/>
              </a:lnSpc>
            </a:pPr>
            <a:r>
              <a:rPr lang="en-US" altLang="en-US" sz="2400"/>
              <a:t>Can be treated like interval-scaled </a:t>
            </a:r>
          </a:p>
          <a:p>
            <a:pPr lvl="1" eaLnBrk="1" hangingPunct="1">
              <a:lnSpc>
                <a:spcPct val="110000"/>
              </a:lnSpc>
            </a:pPr>
            <a:r>
              <a:rPr lang="en-US" altLang="en-US"/>
              <a:t>replace </a:t>
            </a:r>
            <a:r>
              <a:rPr lang="en-US" altLang="en-US" i="1"/>
              <a:t>x</a:t>
            </a:r>
            <a:r>
              <a:rPr lang="en-US" altLang="en-US" i="1" baseline="-25000"/>
              <a:t>if</a:t>
            </a:r>
            <a:r>
              <a:rPr lang="en-US" altLang="en-US" baseline="-25000"/>
              <a:t> </a:t>
            </a:r>
            <a:r>
              <a:rPr lang="en-US" altLang="en-US"/>
              <a:t> by their rank </a:t>
            </a:r>
          </a:p>
          <a:p>
            <a:pPr lvl="1" eaLnBrk="1" hangingPunct="1">
              <a:lnSpc>
                <a:spcPct val="110000"/>
              </a:lnSpc>
            </a:pPr>
            <a:r>
              <a:rPr lang="en-US" altLang="en-US"/>
              <a:t>map the range of each variable onto [0, 1] by replacing</a:t>
            </a:r>
            <a:r>
              <a:rPr lang="en-US" altLang="en-US" i="1"/>
              <a:t> i</a:t>
            </a:r>
            <a:r>
              <a:rPr lang="en-US" altLang="en-US"/>
              <a:t>-th object in the </a:t>
            </a:r>
            <a:r>
              <a:rPr lang="en-US" altLang="en-US" i="1"/>
              <a:t>f</a:t>
            </a:r>
            <a:r>
              <a:rPr lang="en-US" altLang="en-US"/>
              <a:t>-th variable by</a:t>
            </a:r>
          </a:p>
          <a:p>
            <a:pPr lvl="1" eaLnBrk="1" hangingPunct="1">
              <a:lnSpc>
                <a:spcPct val="110000"/>
              </a:lnSpc>
            </a:pPr>
            <a:endParaRPr lang="en-US" altLang="en-US"/>
          </a:p>
          <a:p>
            <a:pPr lvl="1" eaLnBrk="1" hangingPunct="1">
              <a:lnSpc>
                <a:spcPct val="110000"/>
              </a:lnSpc>
            </a:pPr>
            <a:endParaRPr lang="en-US" altLang="en-US"/>
          </a:p>
          <a:p>
            <a:pPr lvl="1" eaLnBrk="1" hangingPunct="1">
              <a:lnSpc>
                <a:spcPct val="110000"/>
              </a:lnSpc>
            </a:pPr>
            <a:r>
              <a:rPr lang="en-US" altLang="en-US"/>
              <a:t>compute the dissimilarity using methods for interval-scaled variables</a:t>
            </a:r>
          </a:p>
        </p:txBody>
      </p:sp>
      <p:sp>
        <p:nvSpPr>
          <p:cNvPr id="34820" name="Slide Number Placeholder 5">
            <a:extLst>
              <a:ext uri="{FF2B5EF4-FFF2-40B4-BE49-F238E27FC236}">
                <a16:creationId xmlns:a16="http://schemas.microsoft.com/office/drawing/2014/main" id="{8FB951AB-FF99-A7E1-95BB-E28DAFE5E38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EAD7A3B7-3398-4CAB-AA3A-8CEA0F1E63E0}" type="slidenum">
              <a:rPr lang="en-US" altLang="en-US" sz="1200" smtClean="0">
                <a:latin typeface="Tahoma" panose="020B0604030504040204" pitchFamily="34" charset="0"/>
              </a:rPr>
              <a:pPr>
                <a:lnSpc>
                  <a:spcPct val="100000"/>
                </a:lnSpc>
                <a:spcBef>
                  <a:spcPct val="0"/>
                </a:spcBef>
                <a:buFontTx/>
                <a:buNone/>
              </a:pPr>
              <a:t>20</a:t>
            </a:fld>
            <a:endParaRPr lang="en-US" altLang="en-US" sz="1200">
              <a:latin typeface="Tahoma" panose="020B0604030504040204" pitchFamily="34" charset="0"/>
            </a:endParaRPr>
          </a:p>
        </p:txBody>
      </p:sp>
      <p:graphicFrame>
        <p:nvGraphicFramePr>
          <p:cNvPr id="34821" name="Object 4">
            <a:extLst>
              <a:ext uri="{FF2B5EF4-FFF2-40B4-BE49-F238E27FC236}">
                <a16:creationId xmlns:a16="http://schemas.microsoft.com/office/drawing/2014/main" id="{738BD090-66F8-E779-E56F-E7DF7D978F34}"/>
              </a:ext>
            </a:extLst>
          </p:cNvPr>
          <p:cNvGraphicFramePr>
            <a:graphicFrameLocks noChangeAspect="1"/>
          </p:cNvGraphicFramePr>
          <p:nvPr/>
        </p:nvGraphicFramePr>
        <p:xfrm>
          <a:off x="4876800" y="4419600"/>
          <a:ext cx="2438400" cy="812800"/>
        </p:xfrm>
        <a:graphic>
          <a:graphicData uri="http://schemas.openxmlformats.org/presentationml/2006/ole">
            <mc:AlternateContent xmlns:mc="http://schemas.openxmlformats.org/markup-compatibility/2006">
              <mc:Choice xmlns:v="urn:schemas-microsoft-com:vml" Requires="v">
                <p:oleObj name="Equation" r:id="rId3" imgW="1168400" imgH="711200" progId="Equation.3">
                  <p:embed/>
                </p:oleObj>
              </mc:Choice>
              <mc:Fallback>
                <p:oleObj name="Equation" r:id="rId3" imgW="1168400" imgH="71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419600"/>
                        <a:ext cx="2438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5">
            <a:extLst>
              <a:ext uri="{FF2B5EF4-FFF2-40B4-BE49-F238E27FC236}">
                <a16:creationId xmlns:a16="http://schemas.microsoft.com/office/drawing/2014/main" id="{B635E978-1B1A-4A7A-FD78-6990C40258BE}"/>
              </a:ext>
            </a:extLst>
          </p:cNvPr>
          <p:cNvGraphicFramePr>
            <a:graphicFrameLocks noChangeAspect="1"/>
          </p:cNvGraphicFramePr>
          <p:nvPr/>
        </p:nvGraphicFramePr>
        <p:xfrm>
          <a:off x="6629400" y="2971800"/>
          <a:ext cx="2209800" cy="442913"/>
        </p:xfrm>
        <a:graphic>
          <a:graphicData uri="http://schemas.openxmlformats.org/presentationml/2006/ole">
            <mc:AlternateContent xmlns:mc="http://schemas.openxmlformats.org/markup-compatibility/2006">
              <mc:Choice xmlns:v="urn:schemas-microsoft-com:vml" Requires="v">
                <p:oleObj name="Equation" r:id="rId5" imgW="1397000" imgH="368300" progId="Equation.3">
                  <p:embed/>
                </p:oleObj>
              </mc:Choice>
              <mc:Fallback>
                <p:oleObj name="Equation" r:id="rId5" imgW="1397000" imgH="368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2971800"/>
                        <a:ext cx="2209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6">
            <a:extLst>
              <a:ext uri="{FF2B5EF4-FFF2-40B4-BE49-F238E27FC236}">
                <a16:creationId xmlns:a16="http://schemas.microsoft.com/office/drawing/2014/main" id="{04B74A71-CF2B-BE42-237E-8776C856BDCB}"/>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8" name="Straight Connector 7">
            <a:extLst>
              <a:ext uri="{FF2B5EF4-FFF2-40B4-BE49-F238E27FC236}">
                <a16:creationId xmlns:a16="http://schemas.microsoft.com/office/drawing/2014/main" id="{8039DA34-58B4-F978-10A6-CE820CA4899D}"/>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AFF24201-5B7C-A6AA-392E-B734D6C19752}"/>
              </a:ext>
            </a:extLst>
          </p:cNvPr>
          <p:cNvSpPr>
            <a:spLocks noGrp="1" noChangeArrowheads="1"/>
          </p:cNvSpPr>
          <p:nvPr>
            <p:ph type="title"/>
          </p:nvPr>
        </p:nvSpPr>
        <p:spPr>
          <a:xfrm>
            <a:off x="122238" y="104775"/>
            <a:ext cx="8763000" cy="609600"/>
          </a:xfrm>
        </p:spPr>
        <p:txBody>
          <a:bodyPr rtlCol="0">
            <a:normAutofit fontScale="90000"/>
          </a:bodyPr>
          <a:lstStyle/>
          <a:p>
            <a:pPr eaLnBrk="1" fontAlgn="auto" hangingPunct="1">
              <a:spcAft>
                <a:spcPts val="0"/>
              </a:spcAft>
              <a:defRPr/>
            </a:pPr>
            <a:r>
              <a:rPr lang="en-GB" altLang="en-US" dirty="0"/>
              <a:t>Example: Ordinal Attributes</a:t>
            </a:r>
            <a:endParaRPr lang="en-US" altLang="en-US" dirty="0"/>
          </a:p>
        </p:txBody>
      </p:sp>
      <p:pic>
        <p:nvPicPr>
          <p:cNvPr id="36867" name="Content Placeholder 4">
            <a:extLst>
              <a:ext uri="{FF2B5EF4-FFF2-40B4-BE49-F238E27FC236}">
                <a16:creationId xmlns:a16="http://schemas.microsoft.com/office/drawing/2014/main" id="{82D5F6B5-1ACC-3109-AD30-F73ADC127D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222"/>
          <a:stretch>
            <a:fillRect/>
          </a:stretch>
        </p:blipFill>
        <p:spPr>
          <a:xfrm>
            <a:off x="2590800" y="701675"/>
            <a:ext cx="7391400" cy="5884863"/>
          </a:xfrm>
        </p:spPr>
      </p:pic>
      <p:sp>
        <p:nvSpPr>
          <p:cNvPr id="36868" name="Slide Number Placeholder 3">
            <a:extLst>
              <a:ext uri="{FF2B5EF4-FFF2-40B4-BE49-F238E27FC236}">
                <a16:creationId xmlns:a16="http://schemas.microsoft.com/office/drawing/2014/main" id="{091CDB8B-C736-6257-24B3-35F3D2A320E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47D710F3-6680-4FAA-9162-BC12897E2C18}" type="slidenum">
              <a:rPr lang="en-US" altLang="en-US" sz="1200" smtClean="0">
                <a:latin typeface="Tahoma" panose="020B0604030504040204" pitchFamily="34" charset="0"/>
              </a:rPr>
              <a:pPr>
                <a:lnSpc>
                  <a:spcPct val="100000"/>
                </a:lnSpc>
                <a:spcBef>
                  <a:spcPct val="0"/>
                </a:spcBef>
                <a:buFontTx/>
                <a:buNone/>
              </a:pPr>
              <a:t>21</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2FB75138-0D52-0A16-43B2-6FDC1E3DBD36}"/>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70F7A6C7-7EDF-5944-6202-3E1966F556ED}"/>
              </a:ext>
            </a:extLst>
          </p:cNvPr>
          <p:cNvCxnSpPr/>
          <p:nvPr/>
        </p:nvCxnSpPr>
        <p:spPr>
          <a:xfrm>
            <a:off x="125413" y="714375"/>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40AA9E0F-DE78-64B5-4682-B800F897D0FB}"/>
              </a:ext>
            </a:extLst>
          </p:cNvPr>
          <p:cNvSpPr>
            <a:spLocks noGrp="1" noChangeArrowheads="1"/>
          </p:cNvSpPr>
          <p:nvPr>
            <p:ph type="title"/>
          </p:nvPr>
        </p:nvSpPr>
        <p:spPr>
          <a:xfrm>
            <a:off x="304800" y="65088"/>
            <a:ext cx="10515600" cy="1325562"/>
          </a:xfrm>
        </p:spPr>
        <p:txBody>
          <a:bodyPr/>
          <a:lstStyle/>
          <a:p>
            <a:pPr eaLnBrk="1" hangingPunct="1"/>
            <a:r>
              <a:rPr lang="en-GB" altLang="en-US"/>
              <a:t>Example: Ordinal Attributes</a:t>
            </a:r>
            <a:endParaRPr lang="en-US" altLang="en-US"/>
          </a:p>
        </p:txBody>
      </p:sp>
      <p:sp>
        <p:nvSpPr>
          <p:cNvPr id="37891" name="Slide Number Placeholder 3">
            <a:extLst>
              <a:ext uri="{FF2B5EF4-FFF2-40B4-BE49-F238E27FC236}">
                <a16:creationId xmlns:a16="http://schemas.microsoft.com/office/drawing/2014/main" id="{0931E9C7-3A14-44D4-5487-5BB8C98D0C2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A5A412B9-82CA-4AF5-88C6-989A9B315665}" type="slidenum">
              <a:rPr lang="en-US" altLang="en-US" sz="1200" smtClean="0">
                <a:latin typeface="Tahoma" panose="020B0604030504040204" pitchFamily="34" charset="0"/>
              </a:rPr>
              <a:pPr>
                <a:lnSpc>
                  <a:spcPct val="100000"/>
                </a:lnSpc>
                <a:spcBef>
                  <a:spcPct val="0"/>
                </a:spcBef>
                <a:buFontTx/>
                <a:buNone/>
              </a:pPr>
              <a:t>22</a:t>
            </a:fld>
            <a:endParaRPr lang="en-US" altLang="en-US" sz="1200">
              <a:latin typeface="Tahoma" panose="020B0604030504040204" pitchFamily="34" charset="0"/>
            </a:endParaRPr>
          </a:p>
        </p:txBody>
      </p:sp>
      <p:pic>
        <p:nvPicPr>
          <p:cNvPr id="37892" name="Picture 5" descr="Calendar&#10;&#10;Description automatically generated">
            <a:extLst>
              <a:ext uri="{FF2B5EF4-FFF2-40B4-BE49-F238E27FC236}">
                <a16:creationId xmlns:a16="http://schemas.microsoft.com/office/drawing/2014/main" id="{2F265FA2-BE6E-9824-8667-E130150B2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85" t="3804" r="6250"/>
          <a:stretch>
            <a:fillRect/>
          </a:stretch>
        </p:blipFill>
        <p:spPr bwMode="auto">
          <a:xfrm>
            <a:off x="2057400" y="1828800"/>
            <a:ext cx="8534400" cy="333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226FD066-5ADA-AF39-06CC-5091E430C68A}"/>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C89CEFD3-53AB-3D4E-2EAA-CB5F18A0728B}"/>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A9987C85-315E-4160-0CF5-DA0599E844A5}"/>
              </a:ext>
            </a:extLst>
          </p:cNvPr>
          <p:cNvSpPr>
            <a:spLocks noGrp="1" noChangeArrowheads="1"/>
          </p:cNvSpPr>
          <p:nvPr>
            <p:ph type="title"/>
          </p:nvPr>
        </p:nvSpPr>
        <p:spPr/>
        <p:txBody>
          <a:bodyPr/>
          <a:lstStyle/>
          <a:p>
            <a:r>
              <a:rPr lang="en-GB" altLang="en-US"/>
              <a:t>Example: Find Dissimilarity matrix of given ordinal attribute</a:t>
            </a:r>
            <a:endParaRPr lang="en-IN" altLang="en-US"/>
          </a:p>
        </p:txBody>
      </p:sp>
      <p:sp>
        <p:nvSpPr>
          <p:cNvPr id="38915" name="Slide Number Placeholder 5">
            <a:extLst>
              <a:ext uri="{FF2B5EF4-FFF2-40B4-BE49-F238E27FC236}">
                <a16:creationId xmlns:a16="http://schemas.microsoft.com/office/drawing/2014/main" id="{3D14F1BB-3F06-DFA9-13A7-31EA071C61A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F72DF214-00B2-44D9-8A5B-962F8740F95B}" type="slidenum">
              <a:rPr lang="en-US" altLang="en-US" sz="1200" smtClean="0">
                <a:solidFill>
                  <a:srgbClr val="898989"/>
                </a:solidFill>
              </a:rPr>
              <a:pPr>
                <a:lnSpc>
                  <a:spcPct val="100000"/>
                </a:lnSpc>
                <a:spcBef>
                  <a:spcPct val="0"/>
                </a:spcBef>
                <a:buFontTx/>
                <a:buNone/>
              </a:pPr>
              <a:t>23</a:t>
            </a:fld>
            <a:endParaRPr lang="en-US" altLang="en-US" sz="1200">
              <a:solidFill>
                <a:srgbClr val="898989"/>
              </a:solidFill>
            </a:endParaRPr>
          </a:p>
        </p:txBody>
      </p:sp>
      <p:pic>
        <p:nvPicPr>
          <p:cNvPr id="38916" name="Picture 7">
            <a:extLst>
              <a:ext uri="{FF2B5EF4-FFF2-40B4-BE49-F238E27FC236}">
                <a16:creationId xmlns:a16="http://schemas.microsoft.com/office/drawing/2014/main" id="{C47DBD6E-3008-0DBC-91C1-FC39A4D3E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803400"/>
            <a:ext cx="93249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92B1D17D-7EFF-D1C9-12B6-7B5E2B836516}"/>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10" name="Straight Connector 9">
            <a:extLst>
              <a:ext uri="{FF2B5EF4-FFF2-40B4-BE49-F238E27FC236}">
                <a16:creationId xmlns:a16="http://schemas.microsoft.com/office/drawing/2014/main" id="{7FD92E8D-1332-E4F3-9A31-F1B4EAA3FF01}"/>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DF474BE-EEA0-B975-D0E0-C0DCBBD45A2B}"/>
              </a:ext>
            </a:extLst>
          </p:cNvPr>
          <p:cNvSpPr>
            <a:spLocks noGrp="1" noChangeArrowheads="1"/>
          </p:cNvSpPr>
          <p:nvPr>
            <p:ph type="title"/>
          </p:nvPr>
        </p:nvSpPr>
        <p:spPr>
          <a:xfrm>
            <a:off x="203200" y="304800"/>
            <a:ext cx="8940800" cy="609600"/>
          </a:xfrm>
        </p:spPr>
        <p:txBody>
          <a:bodyPr/>
          <a:lstStyle/>
          <a:p>
            <a:pPr eaLnBrk="1" hangingPunct="1"/>
            <a:r>
              <a:rPr lang="en-US" altLang="en-US" sz="3200" b="1">
                <a:solidFill>
                  <a:srgbClr val="170981"/>
                </a:solidFill>
              </a:rPr>
              <a:t>Proximity measures of Mixed Attributes </a:t>
            </a:r>
          </a:p>
        </p:txBody>
      </p:sp>
      <p:sp>
        <p:nvSpPr>
          <p:cNvPr id="39939" name="Rectangle 3">
            <a:extLst>
              <a:ext uri="{FF2B5EF4-FFF2-40B4-BE49-F238E27FC236}">
                <a16:creationId xmlns:a16="http://schemas.microsoft.com/office/drawing/2014/main" id="{FF0182DC-8CC9-5653-9272-A7A5824C39CE}"/>
              </a:ext>
            </a:extLst>
          </p:cNvPr>
          <p:cNvSpPr>
            <a:spLocks noGrp="1" noChangeArrowheads="1"/>
          </p:cNvSpPr>
          <p:nvPr>
            <p:ph type="body" sz="half" idx="1"/>
          </p:nvPr>
        </p:nvSpPr>
        <p:spPr>
          <a:xfrm>
            <a:off x="1828800" y="1295400"/>
            <a:ext cx="8534400" cy="5181600"/>
          </a:xfrm>
        </p:spPr>
        <p:txBody>
          <a:bodyPr/>
          <a:lstStyle/>
          <a:p>
            <a:pPr eaLnBrk="1" hangingPunct="1"/>
            <a:r>
              <a:rPr lang="en-US" altLang="en-US" sz="2400"/>
              <a:t>A database may contain all attribute types</a:t>
            </a:r>
          </a:p>
          <a:p>
            <a:pPr lvl="1" eaLnBrk="1" hangingPunct="1"/>
            <a:r>
              <a:rPr lang="en-US" altLang="en-US"/>
              <a:t>Nominal, symmetric binary, asymmetric binary, numeric, ordinal</a:t>
            </a:r>
          </a:p>
          <a:p>
            <a:pPr eaLnBrk="1" hangingPunct="1"/>
            <a:r>
              <a:rPr lang="en-US" altLang="en-US" sz="2400"/>
              <a:t>One may use a weighted formula to combine their effects</a:t>
            </a:r>
          </a:p>
          <a:p>
            <a:pPr eaLnBrk="1" hangingPunct="1"/>
            <a:endParaRPr lang="en-US" altLang="en-US" sz="2400"/>
          </a:p>
          <a:p>
            <a:pPr lvl="1" eaLnBrk="1" hangingPunct="1"/>
            <a:endParaRPr lang="en-US" altLang="en-US" i="1"/>
          </a:p>
          <a:p>
            <a:pPr lvl="1" eaLnBrk="1" hangingPunct="1"/>
            <a:endParaRPr lang="en-US" altLang="en-US" i="1"/>
          </a:p>
          <a:p>
            <a:pPr lvl="1" eaLnBrk="1" hangingPunct="1"/>
            <a:r>
              <a:rPr lang="en-US" altLang="en-US" i="1"/>
              <a:t>f</a:t>
            </a:r>
            <a:r>
              <a:rPr lang="en-US" altLang="en-US"/>
              <a:t>  is binary or nominal:</a:t>
            </a:r>
          </a:p>
          <a:p>
            <a:pPr lvl="2" eaLnBrk="1" hangingPunct="1">
              <a:buFont typeface="Wingdings" panose="05000000000000000000" pitchFamily="2" charset="2"/>
              <a:buNone/>
            </a:pPr>
            <a:r>
              <a:rPr lang="en-US" altLang="en-US">
                <a:cs typeface="Tahoma" panose="020B0604030504040204" pitchFamily="34" charset="0"/>
              </a:rPr>
              <a:t>d</a:t>
            </a:r>
            <a:r>
              <a:rPr lang="en-US" altLang="en-US" baseline="-25000"/>
              <a:t>ij</a:t>
            </a:r>
            <a:r>
              <a:rPr lang="en-US" altLang="en-US" baseline="30000"/>
              <a:t>(f)</a:t>
            </a:r>
            <a:r>
              <a:rPr lang="en-US" altLang="en-US"/>
              <a:t> = 0  if x</a:t>
            </a:r>
            <a:r>
              <a:rPr lang="en-US" altLang="en-US" baseline="-25000"/>
              <a:t>if </a:t>
            </a:r>
            <a:r>
              <a:rPr lang="en-US" altLang="en-US"/>
              <a:t>= x</a:t>
            </a:r>
            <a:r>
              <a:rPr lang="en-US" altLang="en-US" baseline="-25000"/>
              <a:t>jf</a:t>
            </a:r>
            <a:r>
              <a:rPr lang="en-US" altLang="en-US"/>
              <a:t> , or </a:t>
            </a:r>
            <a:r>
              <a:rPr lang="en-US" altLang="en-US">
                <a:cs typeface="Tahoma" panose="020B0604030504040204" pitchFamily="34" charset="0"/>
              </a:rPr>
              <a:t>d</a:t>
            </a:r>
            <a:r>
              <a:rPr lang="en-US" altLang="en-US" baseline="-25000"/>
              <a:t>ij</a:t>
            </a:r>
            <a:r>
              <a:rPr lang="en-US" altLang="en-US" baseline="30000"/>
              <a:t>(f)</a:t>
            </a:r>
            <a:r>
              <a:rPr lang="en-US" altLang="en-US"/>
              <a:t> = 1 otherwise</a:t>
            </a:r>
          </a:p>
          <a:p>
            <a:pPr lvl="1" eaLnBrk="1" hangingPunct="1"/>
            <a:r>
              <a:rPr lang="en-US" altLang="en-US" i="1"/>
              <a:t>f</a:t>
            </a:r>
            <a:r>
              <a:rPr lang="en-US" altLang="en-US"/>
              <a:t>  is numeric: use the normalized distance</a:t>
            </a:r>
          </a:p>
          <a:p>
            <a:pPr lvl="1" eaLnBrk="1" hangingPunct="1"/>
            <a:r>
              <a:rPr lang="en-US" altLang="en-US" i="1"/>
              <a:t>f</a:t>
            </a:r>
            <a:r>
              <a:rPr lang="en-US" altLang="en-US"/>
              <a:t>  is ordinal </a:t>
            </a:r>
          </a:p>
          <a:p>
            <a:pPr lvl="2" eaLnBrk="1" hangingPunct="1"/>
            <a:r>
              <a:rPr lang="en-US" altLang="en-US"/>
              <a:t>Compute ranks r</a:t>
            </a:r>
            <a:r>
              <a:rPr lang="en-US" altLang="en-US" baseline="-25000"/>
              <a:t>if</a:t>
            </a:r>
            <a:r>
              <a:rPr lang="en-US" altLang="en-US"/>
              <a:t> and  </a:t>
            </a:r>
          </a:p>
          <a:p>
            <a:pPr lvl="2" eaLnBrk="1" hangingPunct="1"/>
            <a:r>
              <a:rPr lang="en-US" altLang="en-US"/>
              <a:t>Treat z</a:t>
            </a:r>
            <a:r>
              <a:rPr lang="en-US" altLang="en-US" baseline="-25000"/>
              <a:t>if</a:t>
            </a:r>
            <a:r>
              <a:rPr lang="en-US" altLang="en-US"/>
              <a:t> as interval-scaled</a:t>
            </a:r>
          </a:p>
          <a:p>
            <a:pPr lvl="2" eaLnBrk="1" hangingPunct="1"/>
            <a:endParaRPr lang="en-US" altLang="en-US"/>
          </a:p>
        </p:txBody>
      </p:sp>
      <p:graphicFrame>
        <p:nvGraphicFramePr>
          <p:cNvPr id="39940" name="Object 4">
            <a:extLst>
              <a:ext uri="{FF2B5EF4-FFF2-40B4-BE49-F238E27FC236}">
                <a16:creationId xmlns:a16="http://schemas.microsoft.com/office/drawing/2014/main" id="{CE386F84-7B33-16DF-9059-8F3962C7C324}"/>
              </a:ext>
            </a:extLst>
          </p:cNvPr>
          <p:cNvGraphicFramePr>
            <a:graphicFrameLocks noGrp="1" noChangeAspect="1"/>
          </p:cNvGraphicFramePr>
          <p:nvPr>
            <p:ph sz="quarter" idx="2"/>
          </p:nvPr>
        </p:nvGraphicFramePr>
        <p:xfrm>
          <a:off x="4038600" y="2895600"/>
          <a:ext cx="3276600" cy="1144588"/>
        </p:xfrm>
        <a:graphic>
          <a:graphicData uri="http://schemas.openxmlformats.org/presentationml/2006/ole">
            <mc:AlternateContent xmlns:mc="http://schemas.openxmlformats.org/markup-compatibility/2006">
              <mc:Choice xmlns:v="urn:schemas-microsoft-com:vml" Requires="v">
                <p:oleObj name="Equation" r:id="rId3" imgW="2108200" imgH="736600" progId="Equation.3">
                  <p:embed/>
                </p:oleObj>
              </mc:Choice>
              <mc:Fallback>
                <p:oleObj name="Equation" r:id="rId3" imgW="2108200" imgH="7366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2895600"/>
                        <a:ext cx="3276600" cy="1144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1" name="Object 5">
            <a:extLst>
              <a:ext uri="{FF2B5EF4-FFF2-40B4-BE49-F238E27FC236}">
                <a16:creationId xmlns:a16="http://schemas.microsoft.com/office/drawing/2014/main" id="{8EB1E799-E2C9-FF97-311B-4304A8B54880}"/>
              </a:ext>
            </a:extLst>
          </p:cNvPr>
          <p:cNvGraphicFramePr>
            <a:graphicFrameLocks noGrp="1" noChangeAspect="1"/>
          </p:cNvGraphicFramePr>
          <p:nvPr>
            <p:ph sz="quarter" idx="3"/>
          </p:nvPr>
        </p:nvGraphicFramePr>
        <p:xfrm>
          <a:off x="7315200" y="5748338"/>
          <a:ext cx="1370013" cy="728662"/>
        </p:xfrm>
        <a:graphic>
          <a:graphicData uri="http://schemas.openxmlformats.org/presentationml/2006/ole">
            <mc:AlternateContent xmlns:mc="http://schemas.openxmlformats.org/markup-compatibility/2006">
              <mc:Choice xmlns:v="urn:schemas-microsoft-com:vml" Requires="v">
                <p:oleObj name="Equation" r:id="rId5" imgW="1002865" imgH="533169" progId="Equation.3">
                  <p:embed/>
                </p:oleObj>
              </mc:Choice>
              <mc:Fallback>
                <p:oleObj name="Equation" r:id="rId5" imgW="1002865" imgH="533169" progId="Equation.3">
                  <p:embed/>
                  <p:pic>
                    <p:nvPicPr>
                      <p:cNvPr id="0"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5200" y="5748338"/>
                        <a:ext cx="1370013"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2" name="Slide Number Placeholder 7">
            <a:extLst>
              <a:ext uri="{FF2B5EF4-FFF2-40B4-BE49-F238E27FC236}">
                <a16:creationId xmlns:a16="http://schemas.microsoft.com/office/drawing/2014/main" id="{94284AA8-E1A3-6B62-3860-2890BD1EAA0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E01BCAEB-C7F0-46F7-B98C-ED82CC750D57}" type="slidenum">
              <a:rPr lang="en-US" altLang="en-US" sz="1200" smtClean="0">
                <a:latin typeface="Tahoma" panose="020B0604030504040204" pitchFamily="34" charset="0"/>
              </a:rPr>
              <a:pPr>
                <a:lnSpc>
                  <a:spcPct val="100000"/>
                </a:lnSpc>
                <a:spcBef>
                  <a:spcPct val="0"/>
                </a:spcBef>
                <a:buFontTx/>
                <a:buNone/>
              </a:pPr>
              <a:t>24</a:t>
            </a:fld>
            <a:endParaRPr lang="en-US" altLang="en-US" sz="1200">
              <a:latin typeface="Tahoma" panose="020B0604030504040204" pitchFamily="34" charset="0"/>
            </a:endParaRPr>
          </a:p>
        </p:txBody>
      </p:sp>
      <p:sp>
        <p:nvSpPr>
          <p:cNvPr id="7" name="Rectangle 6">
            <a:extLst>
              <a:ext uri="{FF2B5EF4-FFF2-40B4-BE49-F238E27FC236}">
                <a16:creationId xmlns:a16="http://schemas.microsoft.com/office/drawing/2014/main" id="{55EAEFAC-8161-453E-3F61-0B0862D5A4F7}"/>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8" name="Straight Connector 7">
            <a:extLst>
              <a:ext uri="{FF2B5EF4-FFF2-40B4-BE49-F238E27FC236}">
                <a16:creationId xmlns:a16="http://schemas.microsoft.com/office/drawing/2014/main" id="{2D60299B-75F0-911D-B4BE-720525BB9890}"/>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728BD83C-0F3F-EA78-7770-415E91670842}"/>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177E74DC-A65D-4FE0-A5F9-E88AD52F7B7F}" type="slidenum">
              <a:rPr lang="en-US" altLang="en-US" sz="1200" smtClean="0">
                <a:solidFill>
                  <a:srgbClr val="898989"/>
                </a:solidFill>
              </a:rPr>
              <a:pPr>
                <a:lnSpc>
                  <a:spcPct val="100000"/>
                </a:lnSpc>
                <a:spcBef>
                  <a:spcPct val="0"/>
                </a:spcBef>
                <a:buFontTx/>
                <a:buNone/>
              </a:pPr>
              <a:t>25</a:t>
            </a:fld>
            <a:endParaRPr lang="en-US" altLang="en-US" sz="1200">
              <a:solidFill>
                <a:srgbClr val="898989"/>
              </a:solidFill>
            </a:endParaRPr>
          </a:p>
        </p:txBody>
      </p:sp>
      <p:pic>
        <p:nvPicPr>
          <p:cNvPr id="41987" name="Picture 7">
            <a:extLst>
              <a:ext uri="{FF2B5EF4-FFF2-40B4-BE49-F238E27FC236}">
                <a16:creationId xmlns:a16="http://schemas.microsoft.com/office/drawing/2014/main" id="{67AD45F5-ED62-4337-FF6B-8F992F794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025" y="1828800"/>
            <a:ext cx="10010775"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C2A5A861-712F-F3B6-ABD4-A2F15104A933}"/>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10" name="Straight Connector 9">
            <a:extLst>
              <a:ext uri="{FF2B5EF4-FFF2-40B4-BE49-F238E27FC236}">
                <a16:creationId xmlns:a16="http://schemas.microsoft.com/office/drawing/2014/main" id="{223A31B8-3E0A-3627-7217-E65303A59387}"/>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1990" name="Rectangle 2">
            <a:extLst>
              <a:ext uri="{FF2B5EF4-FFF2-40B4-BE49-F238E27FC236}">
                <a16:creationId xmlns:a16="http://schemas.microsoft.com/office/drawing/2014/main" id="{32D125FB-4651-BCC0-0BB9-6B8371FC58B4}"/>
              </a:ext>
            </a:extLst>
          </p:cNvPr>
          <p:cNvSpPr>
            <a:spLocks noGrp="1" noChangeArrowheads="1"/>
          </p:cNvSpPr>
          <p:nvPr>
            <p:ph type="title"/>
          </p:nvPr>
        </p:nvSpPr>
        <p:spPr>
          <a:xfrm>
            <a:off x="203200" y="304800"/>
            <a:ext cx="8940800" cy="609600"/>
          </a:xfrm>
        </p:spPr>
        <p:txBody>
          <a:bodyPr/>
          <a:lstStyle/>
          <a:p>
            <a:pPr eaLnBrk="1" hangingPunct="1"/>
            <a:r>
              <a:rPr lang="en-US" altLang="en-US" sz="3200" b="1">
                <a:solidFill>
                  <a:srgbClr val="170981"/>
                </a:solidFill>
              </a:rPr>
              <a:t>Example: Find Dissimilarity of Mixed Attributes </a:t>
            </a:r>
          </a:p>
        </p:txBody>
      </p:sp>
      <p:sp>
        <p:nvSpPr>
          <p:cNvPr id="41991" name="TextBox 1">
            <a:extLst>
              <a:ext uri="{FF2B5EF4-FFF2-40B4-BE49-F238E27FC236}">
                <a16:creationId xmlns:a16="http://schemas.microsoft.com/office/drawing/2014/main" id="{73B50CEF-1B20-144E-F449-4CBA012D9900}"/>
              </a:ext>
            </a:extLst>
          </p:cNvPr>
          <p:cNvSpPr txBox="1">
            <a:spLocks noChangeArrowheads="1"/>
          </p:cNvSpPr>
          <p:nvPr/>
        </p:nvSpPr>
        <p:spPr bwMode="auto">
          <a:xfrm>
            <a:off x="1905000" y="3962400"/>
            <a:ext cx="185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GB" altLang="en-US"/>
              <a:t>Nominal attribute</a:t>
            </a:r>
            <a:endParaRPr lang="en-IN" altLang="en-US"/>
          </a:p>
        </p:txBody>
      </p:sp>
      <p:sp>
        <p:nvSpPr>
          <p:cNvPr id="41992" name="TextBox 2">
            <a:extLst>
              <a:ext uri="{FF2B5EF4-FFF2-40B4-BE49-F238E27FC236}">
                <a16:creationId xmlns:a16="http://schemas.microsoft.com/office/drawing/2014/main" id="{3424F9F7-796F-97EC-8D99-6D49B1B3F014}"/>
              </a:ext>
            </a:extLst>
          </p:cNvPr>
          <p:cNvSpPr txBox="1">
            <a:spLocks noChangeArrowheads="1"/>
          </p:cNvSpPr>
          <p:nvPr/>
        </p:nvSpPr>
        <p:spPr bwMode="auto">
          <a:xfrm>
            <a:off x="5638800" y="398145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GB" altLang="en-US"/>
              <a:t>Ordinal attribute</a:t>
            </a:r>
            <a:endParaRPr lang="en-IN" altLang="en-US"/>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5D1693D1-2BF7-9173-AAB7-63F8D0FDAAA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60B2AC1A-EA99-42F8-8501-51F3E3E02059}" type="slidenum">
              <a:rPr lang="en-US" altLang="en-US" sz="1200" smtClean="0">
                <a:solidFill>
                  <a:srgbClr val="898989"/>
                </a:solidFill>
              </a:rPr>
              <a:pPr>
                <a:lnSpc>
                  <a:spcPct val="100000"/>
                </a:lnSpc>
                <a:spcBef>
                  <a:spcPct val="0"/>
                </a:spcBef>
                <a:buFontTx/>
                <a:buNone/>
              </a:pPr>
              <a:t>26</a:t>
            </a:fld>
            <a:endParaRPr lang="en-US" altLang="en-US" sz="1200">
              <a:solidFill>
                <a:srgbClr val="898989"/>
              </a:solidFill>
            </a:endParaRPr>
          </a:p>
        </p:txBody>
      </p:sp>
      <p:pic>
        <p:nvPicPr>
          <p:cNvPr id="43011" name="Picture 7">
            <a:extLst>
              <a:ext uri="{FF2B5EF4-FFF2-40B4-BE49-F238E27FC236}">
                <a16:creationId xmlns:a16="http://schemas.microsoft.com/office/drawing/2014/main" id="{42D1C6E3-1E8B-4AA1-0671-43C92F005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63700"/>
            <a:ext cx="10201275"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8B26408E-93A1-6887-5095-07EA31345ADD}"/>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10" name="Straight Connector 9">
            <a:extLst>
              <a:ext uri="{FF2B5EF4-FFF2-40B4-BE49-F238E27FC236}">
                <a16:creationId xmlns:a16="http://schemas.microsoft.com/office/drawing/2014/main" id="{F50A4288-BE66-C0E2-FC1B-063AB4E86FC7}"/>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3014" name="Rectangle 2">
            <a:extLst>
              <a:ext uri="{FF2B5EF4-FFF2-40B4-BE49-F238E27FC236}">
                <a16:creationId xmlns:a16="http://schemas.microsoft.com/office/drawing/2014/main" id="{9AB12A36-BFB4-7FBD-473F-3B67DEC91113}"/>
              </a:ext>
            </a:extLst>
          </p:cNvPr>
          <p:cNvSpPr>
            <a:spLocks noGrp="1" noChangeArrowheads="1"/>
          </p:cNvSpPr>
          <p:nvPr>
            <p:ph type="title"/>
          </p:nvPr>
        </p:nvSpPr>
        <p:spPr>
          <a:xfrm>
            <a:off x="203200" y="304800"/>
            <a:ext cx="8940800" cy="609600"/>
          </a:xfrm>
        </p:spPr>
        <p:txBody>
          <a:bodyPr/>
          <a:lstStyle/>
          <a:p>
            <a:pPr eaLnBrk="1" hangingPunct="1"/>
            <a:r>
              <a:rPr lang="en-US" altLang="en-US" sz="3200" b="1">
                <a:solidFill>
                  <a:srgbClr val="170981"/>
                </a:solidFill>
              </a:rPr>
              <a:t>Example: Find Dissimilarity of Mixed Attributes </a:t>
            </a:r>
          </a:p>
        </p:txBody>
      </p:sp>
      <p:sp>
        <p:nvSpPr>
          <p:cNvPr id="43015" name="TextBox 1">
            <a:extLst>
              <a:ext uri="{FF2B5EF4-FFF2-40B4-BE49-F238E27FC236}">
                <a16:creationId xmlns:a16="http://schemas.microsoft.com/office/drawing/2014/main" id="{9E8B08AE-49D8-B491-8482-E43D5DEA7E14}"/>
              </a:ext>
            </a:extLst>
          </p:cNvPr>
          <p:cNvSpPr txBox="1">
            <a:spLocks noChangeArrowheads="1"/>
          </p:cNvSpPr>
          <p:nvPr/>
        </p:nvSpPr>
        <p:spPr bwMode="auto">
          <a:xfrm>
            <a:off x="304800" y="1281113"/>
            <a:ext cx="1998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GB" altLang="en-US"/>
              <a:t>Numeric Attribute: </a:t>
            </a:r>
            <a:endParaRPr lang="en-IN" altLang="en-US"/>
          </a:p>
        </p:txBody>
      </p:sp>
      <p:sp>
        <p:nvSpPr>
          <p:cNvPr id="43016" name="TextBox 3">
            <a:extLst>
              <a:ext uri="{FF2B5EF4-FFF2-40B4-BE49-F238E27FC236}">
                <a16:creationId xmlns:a16="http://schemas.microsoft.com/office/drawing/2014/main" id="{0A8C149D-7A6F-D057-70E9-13B1A9B3753F}"/>
              </a:ext>
            </a:extLst>
          </p:cNvPr>
          <p:cNvSpPr txBox="1">
            <a:spLocks noChangeArrowheads="1"/>
          </p:cNvSpPr>
          <p:nvPr/>
        </p:nvSpPr>
        <p:spPr bwMode="auto">
          <a:xfrm>
            <a:off x="203200" y="4052888"/>
            <a:ext cx="4445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a:r>
              <a:rPr lang="en-GB" altLang="en-US"/>
              <a:t>Numeric attributes is to normalize the data first, and then use the Manhattan distance. This normalization is useful when the attributes have different scales, and it ensures that attributes with larger values don't dominate the distance calculation. A common normalization method is to scale each attribute to the range using the following formula: </a:t>
            </a:r>
            <a:endParaRPr lang="en-IN" altLang="en-US"/>
          </a:p>
        </p:txBody>
      </p:sp>
      <p:pic>
        <p:nvPicPr>
          <p:cNvPr id="43017" name="Picture 5">
            <a:extLst>
              <a:ext uri="{FF2B5EF4-FFF2-40B4-BE49-F238E27FC236}">
                <a16:creationId xmlns:a16="http://schemas.microsoft.com/office/drawing/2014/main" id="{AE58CFE3-C57F-ACD9-F700-9FBBA0E87A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4052888"/>
            <a:ext cx="448945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D439F36F-DE28-442F-9F44-C00A83F096C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04FCBE5A-65FC-43B4-AC77-BE186F158B14}" type="slidenum">
              <a:rPr lang="en-US" altLang="en-US" sz="1200" smtClean="0">
                <a:solidFill>
                  <a:srgbClr val="898989"/>
                </a:solidFill>
              </a:rPr>
              <a:pPr>
                <a:lnSpc>
                  <a:spcPct val="100000"/>
                </a:lnSpc>
                <a:spcBef>
                  <a:spcPct val="0"/>
                </a:spcBef>
                <a:buFontTx/>
                <a:buNone/>
              </a:pPr>
              <a:t>27</a:t>
            </a:fld>
            <a:endParaRPr lang="en-US" altLang="en-US" sz="1200">
              <a:solidFill>
                <a:srgbClr val="898989"/>
              </a:solidFill>
            </a:endParaRPr>
          </a:p>
        </p:txBody>
      </p:sp>
      <p:pic>
        <p:nvPicPr>
          <p:cNvPr id="44035" name="Picture 7">
            <a:extLst>
              <a:ext uri="{FF2B5EF4-FFF2-40B4-BE49-F238E27FC236}">
                <a16:creationId xmlns:a16="http://schemas.microsoft.com/office/drawing/2014/main" id="{8ACA5BBA-3260-F1B3-F9C6-98E18C0B2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528763"/>
            <a:ext cx="9744075"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043D115-6649-0514-9EA5-5A48DCDDA703}"/>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10" name="Straight Connector 9">
            <a:extLst>
              <a:ext uri="{FF2B5EF4-FFF2-40B4-BE49-F238E27FC236}">
                <a16:creationId xmlns:a16="http://schemas.microsoft.com/office/drawing/2014/main" id="{ABDCCE2C-88EE-FB5E-FEEE-6D318ACDE2CD}"/>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4038" name="Rectangle 2">
            <a:extLst>
              <a:ext uri="{FF2B5EF4-FFF2-40B4-BE49-F238E27FC236}">
                <a16:creationId xmlns:a16="http://schemas.microsoft.com/office/drawing/2014/main" id="{B7261A83-5E4B-F5A6-35E2-675CCC732FC0}"/>
              </a:ext>
            </a:extLst>
          </p:cNvPr>
          <p:cNvSpPr>
            <a:spLocks noGrp="1" noChangeArrowheads="1"/>
          </p:cNvSpPr>
          <p:nvPr>
            <p:ph type="title"/>
          </p:nvPr>
        </p:nvSpPr>
        <p:spPr>
          <a:xfrm>
            <a:off x="203200" y="304800"/>
            <a:ext cx="8940800" cy="609600"/>
          </a:xfrm>
        </p:spPr>
        <p:txBody>
          <a:bodyPr/>
          <a:lstStyle/>
          <a:p>
            <a:pPr eaLnBrk="1" hangingPunct="1"/>
            <a:r>
              <a:rPr lang="en-US" altLang="en-US" sz="3200" b="1">
                <a:solidFill>
                  <a:srgbClr val="170981"/>
                </a:solidFill>
              </a:rPr>
              <a:t>Example: Find Dissimilarity of Mixed Attributes </a:t>
            </a:r>
          </a:p>
        </p:txBody>
      </p:sp>
      <p:pic>
        <p:nvPicPr>
          <p:cNvPr id="44039" name="Picture 12">
            <a:extLst>
              <a:ext uri="{FF2B5EF4-FFF2-40B4-BE49-F238E27FC236}">
                <a16:creationId xmlns:a16="http://schemas.microsoft.com/office/drawing/2014/main" id="{B7BFEF87-B815-9D2C-0C99-6BE99D286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5389563"/>
            <a:ext cx="55340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41C9A87E-D4B8-B46C-1F45-DF8B59EDE54D}"/>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45059" name="Slide Number Placeholder 3">
            <a:extLst>
              <a:ext uri="{FF2B5EF4-FFF2-40B4-BE49-F238E27FC236}">
                <a16:creationId xmlns:a16="http://schemas.microsoft.com/office/drawing/2014/main" id="{870898A9-4A33-4743-7193-6A5B117983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D50CE009-86B1-496B-9067-FA3C6F98AE0D}" type="slidenum">
              <a:rPr lang="en-US" altLang="en-US" sz="1200" smtClean="0">
                <a:latin typeface="Tahoma" panose="020B0604030504040204" pitchFamily="34" charset="0"/>
              </a:rPr>
              <a:pPr>
                <a:lnSpc>
                  <a:spcPct val="100000"/>
                </a:lnSpc>
                <a:spcBef>
                  <a:spcPct val="0"/>
                </a:spcBef>
                <a:buFontTx/>
                <a:buNone/>
              </a:pPr>
              <a:t>28</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D8D99841-457C-63BD-C9E8-EBBF6EF16886}"/>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3B567E14-D7E0-C065-ECBE-542A99A41FEB}"/>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5062" name="Picture 2">
            <a:extLst>
              <a:ext uri="{FF2B5EF4-FFF2-40B4-BE49-F238E27FC236}">
                <a16:creationId xmlns:a16="http://schemas.microsoft.com/office/drawing/2014/main" id="{E89BF7E1-D8EC-4A4C-4030-F88227B58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4188" y="1208088"/>
            <a:ext cx="8677275" cy="534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550AF61D-8491-705B-22F2-AE59762F9D6C}"/>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46083" name="Slide Number Placeholder 3">
            <a:extLst>
              <a:ext uri="{FF2B5EF4-FFF2-40B4-BE49-F238E27FC236}">
                <a16:creationId xmlns:a16="http://schemas.microsoft.com/office/drawing/2014/main" id="{4DCE066F-7D94-806C-8FFE-1F1C8F2EB1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48CBD4EA-3B06-4253-A268-4BB3C6AF067F}" type="slidenum">
              <a:rPr lang="en-US" altLang="en-US" sz="1200" smtClean="0">
                <a:latin typeface="Tahoma" panose="020B0604030504040204" pitchFamily="34" charset="0"/>
              </a:rPr>
              <a:pPr>
                <a:lnSpc>
                  <a:spcPct val="100000"/>
                </a:lnSpc>
                <a:spcBef>
                  <a:spcPct val="0"/>
                </a:spcBef>
                <a:buFontTx/>
                <a:buNone/>
              </a:pPr>
              <a:t>29</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2A8AA780-A8CF-329F-8C7A-570031673F5D}"/>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8B4DC153-10C7-51F7-3BBD-D23A8E34513F}"/>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6086" name="Picture 2">
            <a:extLst>
              <a:ext uri="{FF2B5EF4-FFF2-40B4-BE49-F238E27FC236}">
                <a16:creationId xmlns:a16="http://schemas.microsoft.com/office/drawing/2014/main" id="{ECBAB327-532C-AD7C-6303-9B5EF2E892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00150"/>
            <a:ext cx="8591550" cy="528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6">
            <a:extLst>
              <a:ext uri="{FF2B5EF4-FFF2-40B4-BE49-F238E27FC236}">
                <a16:creationId xmlns:a16="http://schemas.microsoft.com/office/drawing/2014/main" id="{0E442F09-7DBC-13DC-C953-44B334820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0" y="2446338"/>
            <a:ext cx="3729038"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2B7153E1-D054-9C8B-326D-692B33103632}"/>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47107" name="Slide Number Placeholder 3">
            <a:extLst>
              <a:ext uri="{FF2B5EF4-FFF2-40B4-BE49-F238E27FC236}">
                <a16:creationId xmlns:a16="http://schemas.microsoft.com/office/drawing/2014/main" id="{AB9C17AA-B9ED-3E4B-8913-294FB0DD621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D6648DC6-C275-453B-9ABA-65F65A74AD60}" type="slidenum">
              <a:rPr lang="en-US" altLang="en-US" sz="1200" smtClean="0">
                <a:latin typeface="Tahoma" panose="020B0604030504040204" pitchFamily="34" charset="0"/>
              </a:rPr>
              <a:pPr>
                <a:lnSpc>
                  <a:spcPct val="100000"/>
                </a:lnSpc>
                <a:spcBef>
                  <a:spcPct val="0"/>
                </a:spcBef>
                <a:buFontTx/>
                <a:buNone/>
              </a:pPr>
              <a:t>30</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EBEB58B2-4340-1045-923E-89BD32EF8473}"/>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6874CC52-FF8B-AEF5-FE67-4C2C04D9C320}"/>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7110" name="Picture 2">
            <a:extLst>
              <a:ext uri="{FF2B5EF4-FFF2-40B4-BE49-F238E27FC236}">
                <a16:creationId xmlns:a16="http://schemas.microsoft.com/office/drawing/2014/main" id="{875437C1-E796-7399-9DD9-4AC1B888B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50950"/>
            <a:ext cx="5943600"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6">
            <a:extLst>
              <a:ext uri="{FF2B5EF4-FFF2-40B4-BE49-F238E27FC236}">
                <a16:creationId xmlns:a16="http://schemas.microsoft.com/office/drawing/2014/main" id="{5437F134-C3DF-BB3F-FECF-0F753F9ACE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13" y="990600"/>
            <a:ext cx="5970587"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8">
            <a:extLst>
              <a:ext uri="{FF2B5EF4-FFF2-40B4-BE49-F238E27FC236}">
                <a16:creationId xmlns:a16="http://schemas.microsoft.com/office/drawing/2014/main" id="{3532093F-A29C-9027-514F-3ADA50E864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149725"/>
            <a:ext cx="4367213"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0D29E1EC-FF73-C7DD-B7E2-4714AD01D3F6}"/>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48131" name="Slide Number Placeholder 3">
            <a:extLst>
              <a:ext uri="{FF2B5EF4-FFF2-40B4-BE49-F238E27FC236}">
                <a16:creationId xmlns:a16="http://schemas.microsoft.com/office/drawing/2014/main" id="{6002C593-8BF2-9021-D2F8-374400E559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FDB65435-9157-4DF5-A87C-003D4F255F85}" type="slidenum">
              <a:rPr lang="en-US" altLang="en-US" sz="1200" smtClean="0">
                <a:latin typeface="Tahoma" panose="020B0604030504040204" pitchFamily="34" charset="0"/>
              </a:rPr>
              <a:pPr>
                <a:lnSpc>
                  <a:spcPct val="100000"/>
                </a:lnSpc>
                <a:spcBef>
                  <a:spcPct val="0"/>
                </a:spcBef>
                <a:buFontTx/>
                <a:buNone/>
              </a:pPr>
              <a:t>31</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410600E9-E528-B59C-4526-3860B7851208}"/>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6124F8AF-5BFA-2B02-B1B7-CB8B35980554}"/>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8134" name="Picture 2">
            <a:extLst>
              <a:ext uri="{FF2B5EF4-FFF2-40B4-BE49-F238E27FC236}">
                <a16:creationId xmlns:a16="http://schemas.microsoft.com/office/drawing/2014/main" id="{153D27F3-54B1-F323-45EF-5877A799C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4363" y="1282700"/>
            <a:ext cx="8420100" cy="525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E4D365D3-BDC0-943D-E4A8-25BC360285E4}"/>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49155" name="Slide Number Placeholder 3">
            <a:extLst>
              <a:ext uri="{FF2B5EF4-FFF2-40B4-BE49-F238E27FC236}">
                <a16:creationId xmlns:a16="http://schemas.microsoft.com/office/drawing/2014/main" id="{23E2D34E-8BB5-AECC-B32F-C2E6C707DB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45F08BEB-FBEF-4290-983B-D121EA3492D8}" type="slidenum">
              <a:rPr lang="en-US" altLang="en-US" sz="1200" smtClean="0">
                <a:latin typeface="Tahoma" panose="020B0604030504040204" pitchFamily="34" charset="0"/>
              </a:rPr>
              <a:pPr>
                <a:lnSpc>
                  <a:spcPct val="100000"/>
                </a:lnSpc>
                <a:spcBef>
                  <a:spcPct val="0"/>
                </a:spcBef>
                <a:buFontTx/>
                <a:buNone/>
              </a:pPr>
              <a:t>32</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6EBC23EE-3309-F3F0-2203-99D569785268}"/>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8D87D165-E403-2356-C701-39D12CF0CD0D}"/>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49158" name="Picture 2">
            <a:extLst>
              <a:ext uri="{FF2B5EF4-FFF2-40B4-BE49-F238E27FC236}">
                <a16:creationId xmlns:a16="http://schemas.microsoft.com/office/drawing/2014/main" id="{D58BBB32-AB57-97B0-ACAD-B77A3CD451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8" y="1117600"/>
            <a:ext cx="78676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Picture 6">
            <a:extLst>
              <a:ext uri="{FF2B5EF4-FFF2-40B4-BE49-F238E27FC236}">
                <a16:creationId xmlns:a16="http://schemas.microsoft.com/office/drawing/2014/main" id="{BE6AC148-2B54-A800-DCF1-A27883388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1887538"/>
            <a:ext cx="5867400" cy="366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99CE1C9D-1F51-FAC4-99FE-68A78032EDC3}"/>
              </a:ext>
            </a:extLst>
          </p:cNvPr>
          <p:cNvSpPr>
            <a:spLocks noGrp="1" noChangeArrowheads="1"/>
          </p:cNvSpPr>
          <p:nvPr>
            <p:ph type="title"/>
          </p:nvPr>
        </p:nvSpPr>
        <p:spPr>
          <a:xfrm>
            <a:off x="127000" y="-225425"/>
            <a:ext cx="10515600" cy="1325563"/>
          </a:xfrm>
        </p:spPr>
        <p:txBody>
          <a:bodyPr/>
          <a:lstStyle/>
          <a:p>
            <a:pPr eaLnBrk="1" hangingPunct="1"/>
            <a:r>
              <a:rPr lang="en-GB" altLang="en-US" sz="3600" b="1"/>
              <a:t>Example: Mixed Attributes</a:t>
            </a:r>
            <a:endParaRPr lang="en-US" altLang="en-US" sz="3600" b="1"/>
          </a:p>
        </p:txBody>
      </p:sp>
      <p:sp>
        <p:nvSpPr>
          <p:cNvPr id="50179" name="Slide Number Placeholder 3">
            <a:extLst>
              <a:ext uri="{FF2B5EF4-FFF2-40B4-BE49-F238E27FC236}">
                <a16:creationId xmlns:a16="http://schemas.microsoft.com/office/drawing/2014/main" id="{46E0BAC1-172B-A603-1A12-A69F3B983BB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02EDB38A-7D81-41FE-9101-D43E07B1F962}" type="slidenum">
              <a:rPr lang="en-US" altLang="en-US" sz="1200" smtClean="0">
                <a:latin typeface="Tahoma" panose="020B0604030504040204" pitchFamily="34" charset="0"/>
              </a:rPr>
              <a:pPr>
                <a:lnSpc>
                  <a:spcPct val="100000"/>
                </a:lnSpc>
                <a:spcBef>
                  <a:spcPct val="0"/>
                </a:spcBef>
                <a:buFontTx/>
                <a:buNone/>
              </a:pPr>
              <a:t>33</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C6B45918-021C-70EE-D71A-78D0F1D122B5}"/>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2DC6D810-C1BC-D939-434C-EC21D19731E1}"/>
              </a:ext>
            </a:extLst>
          </p:cNvPr>
          <p:cNvCxnSpPr/>
          <p:nvPr/>
        </p:nvCxnSpPr>
        <p:spPr>
          <a:xfrm>
            <a:off x="122238" y="762000"/>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0182" name="Picture 2">
            <a:extLst>
              <a:ext uri="{FF2B5EF4-FFF2-40B4-BE49-F238E27FC236}">
                <a16:creationId xmlns:a16="http://schemas.microsoft.com/office/drawing/2014/main" id="{E1B28DD2-732F-D69F-FE64-B1CD54ADF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225" y="838200"/>
            <a:ext cx="8591550" cy="587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4A68D0A8-11F8-75AC-2E35-71C2E9ABA0D9}"/>
              </a:ext>
            </a:extLst>
          </p:cNvPr>
          <p:cNvSpPr>
            <a:spLocks noGrp="1" noChangeArrowheads="1"/>
          </p:cNvSpPr>
          <p:nvPr>
            <p:ph type="title"/>
          </p:nvPr>
        </p:nvSpPr>
        <p:spPr>
          <a:xfrm>
            <a:off x="146050" y="-179388"/>
            <a:ext cx="10515600" cy="1325563"/>
          </a:xfrm>
        </p:spPr>
        <p:txBody>
          <a:bodyPr/>
          <a:lstStyle/>
          <a:p>
            <a:pPr eaLnBrk="1" hangingPunct="1"/>
            <a:r>
              <a:rPr lang="en-GB" altLang="en-US" sz="3600" b="1"/>
              <a:t>Example: Mixed Attributes</a:t>
            </a:r>
            <a:endParaRPr lang="en-US" altLang="en-US" sz="3600" b="1"/>
          </a:p>
        </p:txBody>
      </p:sp>
      <p:sp>
        <p:nvSpPr>
          <p:cNvPr id="51203" name="Slide Number Placeholder 3">
            <a:extLst>
              <a:ext uri="{FF2B5EF4-FFF2-40B4-BE49-F238E27FC236}">
                <a16:creationId xmlns:a16="http://schemas.microsoft.com/office/drawing/2014/main" id="{AD550D19-F05F-2E70-9C62-DAA6F6F756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362CF7CC-C68C-4D17-B9BC-BA1EAE06D7FD}" type="slidenum">
              <a:rPr lang="en-US" altLang="en-US" sz="1200" smtClean="0">
                <a:latin typeface="Tahoma" panose="020B0604030504040204" pitchFamily="34" charset="0"/>
              </a:rPr>
              <a:pPr>
                <a:lnSpc>
                  <a:spcPct val="100000"/>
                </a:lnSpc>
                <a:spcBef>
                  <a:spcPct val="0"/>
                </a:spcBef>
                <a:buFontTx/>
                <a:buNone/>
              </a:pPr>
              <a:t>34</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6E278447-0D20-3DE5-D5C4-C1282E7AD623}"/>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5DA6B007-C29D-287C-EDB8-CD8B54D3C712}"/>
              </a:ext>
            </a:extLst>
          </p:cNvPr>
          <p:cNvCxnSpPr/>
          <p:nvPr/>
        </p:nvCxnSpPr>
        <p:spPr>
          <a:xfrm>
            <a:off x="103188" y="762000"/>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1206" name="Picture 2">
            <a:extLst>
              <a:ext uri="{FF2B5EF4-FFF2-40B4-BE49-F238E27FC236}">
                <a16:creationId xmlns:a16="http://schemas.microsoft.com/office/drawing/2014/main" id="{A1239C44-49D4-D64C-07BA-1B3C26DB61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912" t="17493"/>
          <a:stretch>
            <a:fillRect/>
          </a:stretch>
        </p:blipFill>
        <p:spPr bwMode="auto">
          <a:xfrm>
            <a:off x="3067050" y="762000"/>
            <a:ext cx="752475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A9B65CF7-40B8-6BEA-0151-8F599195D315}"/>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52227" name="Slide Number Placeholder 3">
            <a:extLst>
              <a:ext uri="{FF2B5EF4-FFF2-40B4-BE49-F238E27FC236}">
                <a16:creationId xmlns:a16="http://schemas.microsoft.com/office/drawing/2014/main" id="{47EF60A6-8AED-D801-86B5-040A56810F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07FC64CC-A30D-4A70-B9BF-1CEA6860AAD7}" type="slidenum">
              <a:rPr lang="en-US" altLang="en-US" sz="1200" smtClean="0">
                <a:latin typeface="Tahoma" panose="020B0604030504040204" pitchFamily="34" charset="0"/>
              </a:rPr>
              <a:pPr>
                <a:lnSpc>
                  <a:spcPct val="100000"/>
                </a:lnSpc>
                <a:spcBef>
                  <a:spcPct val="0"/>
                </a:spcBef>
                <a:buFontTx/>
                <a:buNone/>
              </a:pPr>
              <a:t>35</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4BB6460D-7F14-1E50-E6F7-4759C0B33BDD}"/>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AEF85538-F7F0-218D-C0F2-5FB3EBBE69CC}"/>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2230" name="Picture 2">
            <a:extLst>
              <a:ext uri="{FF2B5EF4-FFF2-40B4-BE49-F238E27FC236}">
                <a16:creationId xmlns:a16="http://schemas.microsoft.com/office/drawing/2014/main" id="{47FABE5F-E1E8-44C6-A1E1-AB9B10837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463" y="1208088"/>
            <a:ext cx="7839075" cy="551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278DEB0A-2916-4B5D-6610-DAEFD0A145F0}"/>
              </a:ext>
            </a:extLst>
          </p:cNvPr>
          <p:cNvSpPr>
            <a:spLocks noGrp="1" noChangeArrowheads="1"/>
          </p:cNvSpPr>
          <p:nvPr>
            <p:ph type="title"/>
          </p:nvPr>
        </p:nvSpPr>
        <p:spPr>
          <a:xfrm>
            <a:off x="152400" y="0"/>
            <a:ext cx="10515600" cy="1325563"/>
          </a:xfrm>
        </p:spPr>
        <p:txBody>
          <a:bodyPr/>
          <a:lstStyle/>
          <a:p>
            <a:pPr eaLnBrk="1" hangingPunct="1"/>
            <a:r>
              <a:rPr lang="en-GB" altLang="en-US" sz="3600" b="1"/>
              <a:t>Example: Mixed Attributes</a:t>
            </a:r>
            <a:endParaRPr lang="en-US" altLang="en-US" sz="3600" b="1"/>
          </a:p>
        </p:txBody>
      </p:sp>
      <p:sp>
        <p:nvSpPr>
          <p:cNvPr id="53251" name="Slide Number Placeholder 3">
            <a:extLst>
              <a:ext uri="{FF2B5EF4-FFF2-40B4-BE49-F238E27FC236}">
                <a16:creationId xmlns:a16="http://schemas.microsoft.com/office/drawing/2014/main" id="{C2ED1C86-EF28-E720-75B1-D18C392DF6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5312ABF6-4043-423B-9AD2-B95512425735}" type="slidenum">
              <a:rPr lang="en-US" altLang="en-US" sz="1200" smtClean="0">
                <a:latin typeface="Tahoma" panose="020B0604030504040204" pitchFamily="34" charset="0"/>
              </a:rPr>
              <a:pPr>
                <a:lnSpc>
                  <a:spcPct val="100000"/>
                </a:lnSpc>
                <a:spcBef>
                  <a:spcPct val="0"/>
                </a:spcBef>
                <a:buFontTx/>
                <a:buNone/>
              </a:pPr>
              <a:t>36</a:t>
            </a:fld>
            <a:endParaRPr lang="en-US" altLang="en-US" sz="1200">
              <a:latin typeface="Tahoma" panose="020B0604030504040204" pitchFamily="34" charset="0"/>
            </a:endParaRPr>
          </a:p>
        </p:txBody>
      </p:sp>
      <p:pic>
        <p:nvPicPr>
          <p:cNvPr id="53252" name="Picture 4">
            <a:extLst>
              <a:ext uri="{FF2B5EF4-FFF2-40B4-BE49-F238E27FC236}">
                <a16:creationId xmlns:a16="http://schemas.microsoft.com/office/drawing/2014/main" id="{9E30F8D2-E49D-DB1B-B060-7E84F61920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666"/>
          <a:stretch>
            <a:fillRect/>
          </a:stretch>
        </p:blipFill>
        <p:spPr bwMode="auto">
          <a:xfrm>
            <a:off x="1524000" y="1111250"/>
            <a:ext cx="89916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B20F034A-EDDA-ABC8-3720-605CF949A316}"/>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D08F9A2E-C450-4790-A5F8-B2EFAAC5D581}"/>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444287CC-C0E5-8C0A-BCF1-C17F958672D4}"/>
              </a:ext>
            </a:extLst>
          </p:cNvPr>
          <p:cNvSpPr>
            <a:spLocks noGrp="1" noChangeArrowheads="1"/>
          </p:cNvSpPr>
          <p:nvPr>
            <p:ph type="title"/>
          </p:nvPr>
        </p:nvSpPr>
        <p:spPr>
          <a:xfrm>
            <a:off x="166688" y="93663"/>
            <a:ext cx="10515600" cy="1325562"/>
          </a:xfrm>
        </p:spPr>
        <p:txBody>
          <a:bodyPr/>
          <a:lstStyle/>
          <a:p>
            <a:pPr eaLnBrk="1" hangingPunct="1"/>
            <a:r>
              <a:rPr lang="en-GB" altLang="en-US" sz="3600" b="1"/>
              <a:t>Example : Mixed Attributes</a:t>
            </a:r>
            <a:endParaRPr lang="en-US" altLang="en-US" sz="3600" b="1"/>
          </a:p>
        </p:txBody>
      </p:sp>
      <p:sp>
        <p:nvSpPr>
          <p:cNvPr id="54275" name="Slide Number Placeholder 3">
            <a:extLst>
              <a:ext uri="{FF2B5EF4-FFF2-40B4-BE49-F238E27FC236}">
                <a16:creationId xmlns:a16="http://schemas.microsoft.com/office/drawing/2014/main" id="{38FD58FC-9DE7-D26F-9977-80131AE50B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ABCFECF0-822D-43A2-B6DE-DA57F7D59496}" type="slidenum">
              <a:rPr lang="en-US" altLang="en-US" sz="1200" smtClean="0">
                <a:latin typeface="Tahoma" panose="020B0604030504040204" pitchFamily="34" charset="0"/>
              </a:rPr>
              <a:pPr>
                <a:lnSpc>
                  <a:spcPct val="100000"/>
                </a:lnSpc>
                <a:spcBef>
                  <a:spcPct val="0"/>
                </a:spcBef>
                <a:buFontTx/>
                <a:buNone/>
              </a:pPr>
              <a:t>37</a:t>
            </a:fld>
            <a:endParaRPr lang="en-US" altLang="en-US" sz="1200">
              <a:latin typeface="Tahoma" panose="020B0604030504040204" pitchFamily="34" charset="0"/>
            </a:endParaRPr>
          </a:p>
        </p:txBody>
      </p:sp>
      <p:pic>
        <p:nvPicPr>
          <p:cNvPr id="54276" name="Picture 4">
            <a:extLst>
              <a:ext uri="{FF2B5EF4-FFF2-40B4-BE49-F238E27FC236}">
                <a16:creationId xmlns:a16="http://schemas.microsoft.com/office/drawing/2014/main" id="{D881D5BA-7071-B351-CDA8-5D81F4EEC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53"/>
          <a:stretch>
            <a:fillRect/>
          </a:stretch>
        </p:blipFill>
        <p:spPr bwMode="auto">
          <a:xfrm>
            <a:off x="1524000" y="1676400"/>
            <a:ext cx="91440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EFF25C3A-02F0-1359-3C71-0E890D9563D0}"/>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6B4A11F3-EFB3-6281-0A5E-CD3400832D99}"/>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5702A950-D2B7-F324-11BA-A55EE687EAB8}"/>
              </a:ext>
            </a:extLst>
          </p:cNvPr>
          <p:cNvSpPr>
            <a:spLocks noGrp="1" noChangeArrowheads="1"/>
          </p:cNvSpPr>
          <p:nvPr>
            <p:ph type="title"/>
          </p:nvPr>
        </p:nvSpPr>
        <p:spPr>
          <a:xfrm>
            <a:off x="228600" y="136525"/>
            <a:ext cx="10515600" cy="1325563"/>
          </a:xfrm>
        </p:spPr>
        <p:txBody>
          <a:bodyPr/>
          <a:lstStyle/>
          <a:p>
            <a:pPr eaLnBrk="1" hangingPunct="1"/>
            <a:r>
              <a:rPr lang="en-GB" altLang="en-US" sz="3600" b="1"/>
              <a:t>Example: Mixed Attributes</a:t>
            </a:r>
            <a:endParaRPr lang="en-US" altLang="en-US" sz="3600" b="1"/>
          </a:p>
        </p:txBody>
      </p:sp>
      <p:sp>
        <p:nvSpPr>
          <p:cNvPr id="55299" name="Slide Number Placeholder 3">
            <a:extLst>
              <a:ext uri="{FF2B5EF4-FFF2-40B4-BE49-F238E27FC236}">
                <a16:creationId xmlns:a16="http://schemas.microsoft.com/office/drawing/2014/main" id="{3FAB7661-3E91-9AE5-6B21-91FE27BC74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86F52DCA-A8C2-4901-A3D9-CF0412CD09BC}" type="slidenum">
              <a:rPr lang="en-US" altLang="en-US" sz="1200" smtClean="0">
                <a:latin typeface="Tahoma" panose="020B0604030504040204" pitchFamily="34" charset="0"/>
              </a:rPr>
              <a:pPr>
                <a:lnSpc>
                  <a:spcPct val="100000"/>
                </a:lnSpc>
                <a:spcBef>
                  <a:spcPct val="0"/>
                </a:spcBef>
                <a:buFontTx/>
                <a:buNone/>
              </a:pPr>
              <a:t>38</a:t>
            </a:fld>
            <a:endParaRPr lang="en-US" altLang="en-US" sz="1200">
              <a:latin typeface="Tahoma" panose="020B0604030504040204" pitchFamily="34" charset="0"/>
            </a:endParaRPr>
          </a:p>
        </p:txBody>
      </p:sp>
      <p:pic>
        <p:nvPicPr>
          <p:cNvPr id="55300" name="Picture 4">
            <a:extLst>
              <a:ext uri="{FF2B5EF4-FFF2-40B4-BE49-F238E27FC236}">
                <a16:creationId xmlns:a16="http://schemas.microsoft.com/office/drawing/2014/main" id="{E9B63328-BEC0-4487-0AD5-E6922F032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027113"/>
            <a:ext cx="9144000" cy="560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DA005021-3FF0-0227-3C4C-4E64E5B6F60D}"/>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0796528A-2A20-8446-BA4E-9F55DA0159CF}"/>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06E8A073-FAD5-EB5B-763A-2B4D37D2EF46}"/>
              </a:ext>
            </a:extLst>
          </p:cNvPr>
          <p:cNvSpPr>
            <a:spLocks noGrp="1" noChangeArrowheads="1"/>
          </p:cNvSpPr>
          <p:nvPr>
            <p:ph type="title"/>
          </p:nvPr>
        </p:nvSpPr>
        <p:spPr>
          <a:xfrm>
            <a:off x="185738" y="123825"/>
            <a:ext cx="10515600" cy="1325563"/>
          </a:xfrm>
        </p:spPr>
        <p:txBody>
          <a:bodyPr/>
          <a:lstStyle/>
          <a:p>
            <a:pPr eaLnBrk="1" hangingPunct="1"/>
            <a:r>
              <a:rPr lang="en-GB" altLang="en-US" sz="3600" b="1"/>
              <a:t>Example: Mixed Attributes</a:t>
            </a:r>
            <a:endParaRPr lang="en-US" altLang="en-US" sz="3600" b="1"/>
          </a:p>
        </p:txBody>
      </p:sp>
      <p:sp>
        <p:nvSpPr>
          <p:cNvPr id="56323" name="Slide Number Placeholder 3">
            <a:extLst>
              <a:ext uri="{FF2B5EF4-FFF2-40B4-BE49-F238E27FC236}">
                <a16:creationId xmlns:a16="http://schemas.microsoft.com/office/drawing/2014/main" id="{E1F81A65-9740-D6D2-802A-56281FFD998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17B166D4-16C4-4E12-923E-2446F8BC8BB7}" type="slidenum">
              <a:rPr lang="en-US" altLang="en-US" sz="1200" smtClean="0">
                <a:latin typeface="Tahoma" panose="020B0604030504040204" pitchFamily="34" charset="0"/>
              </a:rPr>
              <a:pPr>
                <a:lnSpc>
                  <a:spcPct val="100000"/>
                </a:lnSpc>
                <a:spcBef>
                  <a:spcPct val="0"/>
                </a:spcBef>
                <a:buFontTx/>
                <a:buNone/>
              </a:pPr>
              <a:t>39</a:t>
            </a:fld>
            <a:endParaRPr lang="en-US" altLang="en-US" sz="1200">
              <a:latin typeface="Tahoma" panose="020B0604030504040204" pitchFamily="34" charset="0"/>
            </a:endParaRPr>
          </a:p>
        </p:txBody>
      </p:sp>
      <p:pic>
        <p:nvPicPr>
          <p:cNvPr id="56324" name="Picture 4">
            <a:extLst>
              <a:ext uri="{FF2B5EF4-FFF2-40B4-BE49-F238E27FC236}">
                <a16:creationId xmlns:a16="http://schemas.microsoft.com/office/drawing/2014/main" id="{EEB803FF-CDCA-EF90-E6FE-548B6804F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18" t="2197"/>
          <a:stretch>
            <a:fillRect/>
          </a:stretch>
        </p:blipFill>
        <p:spPr bwMode="auto">
          <a:xfrm>
            <a:off x="1752600" y="1371600"/>
            <a:ext cx="8913813"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00CE11FC-1E5D-381C-18E8-D18EE0FDC7FA}"/>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5ED61041-8B20-4EFE-2D40-98C0DCEC120B}"/>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a:extLst>
              <a:ext uri="{FF2B5EF4-FFF2-40B4-BE49-F238E27FC236}">
                <a16:creationId xmlns:a16="http://schemas.microsoft.com/office/drawing/2014/main" id="{AD61FE56-9ED9-3D96-CA10-C421DC748581}"/>
              </a:ext>
            </a:extLst>
          </p:cNvPr>
          <p:cNvSpPr>
            <a:spLocks noGrp="1" noChangeArrowheads="1"/>
          </p:cNvSpPr>
          <p:nvPr>
            <p:ph type="title"/>
          </p:nvPr>
        </p:nvSpPr>
        <p:spPr>
          <a:xfrm>
            <a:off x="304800" y="328613"/>
            <a:ext cx="7626350" cy="609600"/>
          </a:xfrm>
        </p:spPr>
        <p:txBody>
          <a:bodyPr lIns="92075" tIns="46038" rIns="92075" bIns="46038" rtlCol="0">
            <a:normAutofit fontScale="90000"/>
          </a:bodyPr>
          <a:lstStyle/>
          <a:p>
            <a:pPr eaLnBrk="1" fontAlgn="auto" hangingPunct="1">
              <a:spcAft>
                <a:spcPts val="0"/>
              </a:spcAft>
              <a:defRPr/>
            </a:pPr>
            <a:r>
              <a:rPr lang="en-US" altLang="en-US" b="1" dirty="0">
                <a:solidFill>
                  <a:srgbClr val="170981"/>
                </a:solidFill>
              </a:rPr>
              <a:t> Cosine Similarity</a:t>
            </a:r>
          </a:p>
        </p:txBody>
      </p:sp>
      <p:sp>
        <p:nvSpPr>
          <p:cNvPr id="57347" name="Rectangle 3">
            <a:extLst>
              <a:ext uri="{FF2B5EF4-FFF2-40B4-BE49-F238E27FC236}">
                <a16:creationId xmlns:a16="http://schemas.microsoft.com/office/drawing/2014/main" id="{6700F0D5-B5E7-B55E-FAE2-A8B867092E97}"/>
              </a:ext>
            </a:extLst>
          </p:cNvPr>
          <p:cNvSpPr>
            <a:spLocks noGrp="1" noChangeArrowheads="1"/>
          </p:cNvSpPr>
          <p:nvPr>
            <p:ph idx="1"/>
          </p:nvPr>
        </p:nvSpPr>
        <p:spPr>
          <a:xfrm>
            <a:off x="1676400" y="1066800"/>
            <a:ext cx="9448800" cy="5257800"/>
          </a:xfrm>
        </p:spPr>
        <p:txBody>
          <a:bodyPr lIns="92075" tIns="46038" rIns="92075" bIns="46038"/>
          <a:lstStyle/>
          <a:p>
            <a:pPr eaLnBrk="1" hangingPunct="1"/>
            <a:endParaRPr lang="en-US" altLang="en-US" sz="2000"/>
          </a:p>
          <a:p>
            <a:pPr eaLnBrk="1" hangingPunct="1"/>
            <a:r>
              <a:rPr lang="en-US" altLang="en-US" sz="2000"/>
              <a:t>A </a:t>
            </a:r>
            <a:r>
              <a:rPr lang="en-US" altLang="en-US" sz="2000" b="1"/>
              <a:t>document</a:t>
            </a:r>
            <a:r>
              <a:rPr lang="en-US" altLang="en-US" sz="2000"/>
              <a:t> can be represented by thousands of attributes, each recording the </a:t>
            </a:r>
            <a:r>
              <a:rPr lang="en-US" altLang="en-US" sz="2000" i="1"/>
              <a:t>frequency</a:t>
            </a:r>
            <a:r>
              <a:rPr lang="en-US" altLang="en-US" sz="2000"/>
              <a:t> of a particular word (such as keywords) or phrase in the document.</a:t>
            </a:r>
          </a:p>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a:p>
            <a:pPr eaLnBrk="1" hangingPunct="1"/>
            <a:r>
              <a:rPr lang="en-US" altLang="en-US" sz="2000"/>
              <a:t>Other vector objects: gene features in micro-arrays, …</a:t>
            </a:r>
          </a:p>
          <a:p>
            <a:pPr eaLnBrk="1" hangingPunct="1"/>
            <a:r>
              <a:rPr lang="en-US" altLang="en-US" sz="2000"/>
              <a:t>Applications: information retrieval, biologic taxonomy, gene feature mapping, ...</a:t>
            </a:r>
          </a:p>
          <a:p>
            <a:pPr eaLnBrk="1" hangingPunct="1"/>
            <a:r>
              <a:rPr lang="en-US" altLang="en-US" sz="2000"/>
              <a:t>Cosine measure: </a:t>
            </a:r>
            <a:r>
              <a:rPr lang="en-US" altLang="en-US" sz="2000">
                <a:cs typeface="Times New Roman" panose="02020603050405020304" pitchFamily="18" charset="0"/>
              </a:rPr>
              <a:t>If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and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are two vectors (e.g., term-frequency vectors), then</a:t>
            </a:r>
          </a:p>
          <a:p>
            <a:pPr algn="just" eaLnBrk="1" hangingPunct="1">
              <a:buFont typeface="Wingdings" panose="05000000000000000000" pitchFamily="2" charset="2"/>
              <a:buNone/>
            </a:pPr>
            <a:r>
              <a:rPr lang="en-US" altLang="en-US" sz="2000">
                <a:cs typeface="Times New Roman" panose="02020603050405020304" pitchFamily="18" charset="0"/>
              </a:rPr>
              <a:t>             cos(</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p>
          <a:p>
            <a:pPr lvl="1" algn="just" eaLnBrk="1" hangingPunct="1">
              <a:buFont typeface="Wingdings" panose="05000000000000000000" pitchFamily="2" charset="2"/>
              <a:buNone/>
            </a:pPr>
            <a:r>
              <a:rPr lang="en-US" altLang="en-US" sz="2000">
                <a:cs typeface="Times New Roman" panose="02020603050405020304" pitchFamily="18" charset="0"/>
              </a:rPr>
              <a:t>   where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indicates vector dot product, ||</a:t>
            </a:r>
            <a:r>
              <a:rPr lang="en-US" altLang="en-US" sz="2000" i="1">
                <a:cs typeface="Times New Roman" panose="02020603050405020304" pitchFamily="18" charset="0"/>
              </a:rPr>
              <a:t>d</a:t>
            </a:r>
            <a:r>
              <a:rPr lang="en-US" altLang="en-US" sz="2000">
                <a:cs typeface="Times New Roman" panose="02020603050405020304" pitchFamily="18" charset="0"/>
              </a:rPr>
              <a:t>||: the length of vector </a:t>
            </a:r>
            <a:r>
              <a:rPr lang="en-US" altLang="en-US" sz="2000" i="1">
                <a:cs typeface="Times New Roman" panose="02020603050405020304" pitchFamily="18" charset="0"/>
              </a:rPr>
              <a:t>d</a:t>
            </a:r>
          </a:p>
        </p:txBody>
      </p:sp>
      <p:sp>
        <p:nvSpPr>
          <p:cNvPr id="57348" name="Slide Number Placeholder 5">
            <a:extLst>
              <a:ext uri="{FF2B5EF4-FFF2-40B4-BE49-F238E27FC236}">
                <a16:creationId xmlns:a16="http://schemas.microsoft.com/office/drawing/2014/main" id="{F24760C7-49A3-CA78-DAF0-350E76187EE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3D7ABABC-B04D-4A8E-8EA1-9C7A4FC06FC3}" type="slidenum">
              <a:rPr lang="en-US" altLang="en-US" sz="1200" smtClean="0">
                <a:latin typeface="Tahoma" panose="020B0604030504040204" pitchFamily="34" charset="0"/>
              </a:rPr>
              <a:pPr>
                <a:lnSpc>
                  <a:spcPct val="100000"/>
                </a:lnSpc>
                <a:spcBef>
                  <a:spcPct val="0"/>
                </a:spcBef>
                <a:buFontTx/>
                <a:buNone/>
              </a:pPr>
              <a:t>40</a:t>
            </a:fld>
            <a:endParaRPr lang="en-US" altLang="en-US" sz="1200">
              <a:latin typeface="Tahoma" panose="020B0604030504040204" pitchFamily="34" charset="0"/>
            </a:endParaRPr>
          </a:p>
        </p:txBody>
      </p:sp>
      <p:pic>
        <p:nvPicPr>
          <p:cNvPr id="57349" name="Picture 4" descr="eqtable">
            <a:extLst>
              <a:ext uri="{FF2B5EF4-FFF2-40B4-BE49-F238E27FC236}">
                <a16:creationId xmlns:a16="http://schemas.microsoft.com/office/drawing/2014/main" id="{70A2BF44-B414-F471-770F-66F95E9E4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362200"/>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B065FFC3-08C3-C7E6-B2EF-08490E5E5C5D}"/>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7" name="Straight Connector 6">
            <a:extLst>
              <a:ext uri="{FF2B5EF4-FFF2-40B4-BE49-F238E27FC236}">
                <a16:creationId xmlns:a16="http://schemas.microsoft.com/office/drawing/2014/main" id="{95E0180A-7B09-B5D3-B952-5BEA4BB59F9B}"/>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a:extLst>
              <a:ext uri="{FF2B5EF4-FFF2-40B4-BE49-F238E27FC236}">
                <a16:creationId xmlns:a16="http://schemas.microsoft.com/office/drawing/2014/main" id="{4FE714E3-3A84-EC7A-C9D2-9FCF68C56D93}"/>
              </a:ext>
            </a:extLst>
          </p:cNvPr>
          <p:cNvSpPr>
            <a:spLocks noGrp="1" noChangeArrowheads="1"/>
          </p:cNvSpPr>
          <p:nvPr>
            <p:ph type="title"/>
          </p:nvPr>
        </p:nvSpPr>
        <p:spPr>
          <a:xfrm>
            <a:off x="381000" y="352425"/>
            <a:ext cx="8915400" cy="609600"/>
          </a:xfrm>
        </p:spPr>
        <p:txBody>
          <a:bodyPr lIns="92075" tIns="46038" rIns="92075" bIns="46038" rtlCol="0">
            <a:normAutofit fontScale="90000"/>
          </a:bodyPr>
          <a:lstStyle/>
          <a:p>
            <a:pPr eaLnBrk="1" fontAlgn="auto" hangingPunct="1">
              <a:spcAft>
                <a:spcPts val="0"/>
              </a:spcAft>
              <a:defRPr/>
            </a:pPr>
            <a:r>
              <a:rPr lang="en-US" altLang="en-US" b="1" dirty="0">
                <a:solidFill>
                  <a:srgbClr val="170981"/>
                </a:solidFill>
              </a:rPr>
              <a:t> Example: Find similarity of documents</a:t>
            </a:r>
          </a:p>
        </p:txBody>
      </p:sp>
      <p:sp>
        <p:nvSpPr>
          <p:cNvPr id="59395" name="Rectangle 3">
            <a:extLst>
              <a:ext uri="{FF2B5EF4-FFF2-40B4-BE49-F238E27FC236}">
                <a16:creationId xmlns:a16="http://schemas.microsoft.com/office/drawing/2014/main" id="{D1475239-130C-41D9-EAB8-8E16AE200EDE}"/>
              </a:ext>
            </a:extLst>
          </p:cNvPr>
          <p:cNvSpPr>
            <a:spLocks noGrp="1" noChangeArrowheads="1"/>
          </p:cNvSpPr>
          <p:nvPr>
            <p:ph idx="1"/>
          </p:nvPr>
        </p:nvSpPr>
        <p:spPr>
          <a:xfrm>
            <a:off x="1676400" y="1066800"/>
            <a:ext cx="8763000" cy="5257800"/>
          </a:xfrm>
        </p:spPr>
        <p:txBody>
          <a:bodyPr lIns="92075" tIns="46038" rIns="92075" bIns="46038"/>
          <a:lstStyle/>
          <a:p>
            <a:pPr eaLnBrk="1" hangingPunct="1"/>
            <a:endParaRPr lang="en-US" altLang="en-US" sz="2000">
              <a:cs typeface="Times New Roman" panose="02020603050405020304" pitchFamily="18" charset="0"/>
            </a:endParaRPr>
          </a:p>
          <a:p>
            <a:pPr eaLnBrk="1" hangingPunct="1"/>
            <a:r>
              <a:rPr lang="en-US" altLang="en-US" sz="2000">
                <a:cs typeface="Times New Roman" panose="02020603050405020304" pitchFamily="18" charset="0"/>
              </a:rPr>
              <a:t>cos(</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p>
          <a:p>
            <a:pPr lvl="1" algn="just" eaLnBrk="1" hangingPunct="1">
              <a:buFont typeface="Wingdings" panose="05000000000000000000" pitchFamily="2" charset="2"/>
              <a:buNone/>
            </a:pPr>
            <a:r>
              <a:rPr lang="en-US" altLang="en-US" sz="2000">
                <a:cs typeface="Times New Roman" panose="02020603050405020304" pitchFamily="18" charset="0"/>
              </a:rPr>
              <a:t>   where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indicates vector dot product, ||</a:t>
            </a:r>
            <a:r>
              <a:rPr lang="en-US" altLang="en-US" sz="2000" i="1">
                <a:cs typeface="Times New Roman" panose="02020603050405020304" pitchFamily="18" charset="0"/>
              </a:rPr>
              <a:t>d</a:t>
            </a:r>
            <a:r>
              <a:rPr lang="en-US" altLang="en-US" sz="2000">
                <a:cs typeface="Times New Roman" panose="02020603050405020304" pitchFamily="18" charset="0"/>
              </a:rPr>
              <a:t>|: the length of vector </a:t>
            </a:r>
            <a:r>
              <a:rPr lang="en-US" altLang="en-US" sz="2000" i="1">
                <a:cs typeface="Times New Roman" panose="02020603050405020304" pitchFamily="18" charset="0"/>
              </a:rPr>
              <a:t>d</a:t>
            </a:r>
          </a:p>
          <a:p>
            <a:pPr lvl="1" algn="just" eaLnBrk="1" hangingPunct="1">
              <a:buFont typeface="Wingdings" panose="05000000000000000000" pitchFamily="2" charset="2"/>
              <a:buNone/>
            </a:pPr>
            <a:endParaRPr lang="en-US" altLang="en-US" sz="2000" i="1">
              <a:cs typeface="Times New Roman" panose="02020603050405020304" pitchFamily="18" charset="0"/>
            </a:endParaRPr>
          </a:p>
          <a:p>
            <a:pPr algn="just" eaLnBrk="1" hangingPunct="1"/>
            <a:r>
              <a:rPr lang="en-US" altLang="en-US" sz="2000">
                <a:cs typeface="Times New Roman" panose="02020603050405020304" pitchFamily="18" charset="0"/>
              </a:rPr>
              <a:t>Ex: Find the </a:t>
            </a:r>
            <a:r>
              <a:rPr lang="en-US" altLang="en-US" sz="2000" b="1">
                <a:cs typeface="Times New Roman" panose="02020603050405020304" pitchFamily="18" charset="0"/>
              </a:rPr>
              <a:t>similarity</a:t>
            </a:r>
            <a:r>
              <a:rPr lang="en-US" altLang="en-US" sz="2000">
                <a:cs typeface="Times New Roman" panose="02020603050405020304" pitchFamily="18" charset="0"/>
              </a:rPr>
              <a:t> between documents 1 and 2.</a:t>
            </a:r>
          </a:p>
          <a:p>
            <a:pPr algn="just" eaLnBrk="1" hangingPunct="1"/>
            <a:endParaRPr lang="en-US" altLang="en-US" sz="2000">
              <a:cs typeface="Times New Roman" panose="02020603050405020304" pitchFamily="18" charset="0"/>
            </a:endParaRPr>
          </a:p>
          <a:p>
            <a:pPr lvl="1" algn="just" eaLnBrk="1" hangingPunct="1">
              <a:buFont typeface="Wingdings" panose="05000000000000000000" pitchFamily="2" charset="2"/>
              <a:buNone/>
            </a:pP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a:t>
            </a:r>
            <a:r>
              <a:rPr lang="en-US" altLang="en-US" sz="2000" b="1">
                <a:cs typeface="Times New Roman" panose="02020603050405020304" pitchFamily="18" charset="0"/>
              </a:rPr>
              <a:t>=  </a:t>
            </a:r>
            <a:r>
              <a:rPr lang="en-US" altLang="en-US" sz="2000">
                <a:cs typeface="Times New Roman" panose="02020603050405020304" pitchFamily="18" charset="0"/>
              </a:rPr>
              <a:t>(5, 0, 3, 0, 2, 0, 0, 2, 0, 0)</a:t>
            </a:r>
          </a:p>
          <a:p>
            <a:pPr lvl="1" algn="just" eaLnBrk="1" hangingPunct="1">
              <a:buFont typeface="Wingdings" panose="05000000000000000000" pitchFamily="2" charset="2"/>
              <a:buNone/>
            </a:pP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b="1">
                <a:cs typeface="Times New Roman" panose="02020603050405020304" pitchFamily="18" charset="0"/>
              </a:rPr>
              <a:t> =  </a:t>
            </a:r>
            <a:r>
              <a:rPr lang="en-US" altLang="en-US" sz="2000">
                <a:cs typeface="Times New Roman" panose="02020603050405020304" pitchFamily="18" charset="0"/>
              </a:rPr>
              <a:t>(3, 0, 2, 0, 1, 1, 0, 1, 0, 1)</a:t>
            </a:r>
          </a:p>
          <a:p>
            <a:pPr lvl="1" algn="just" eaLnBrk="1" hangingPunct="1">
              <a:buFont typeface="Wingdings" panose="05000000000000000000" pitchFamily="2" charset="2"/>
              <a:buNone/>
            </a:pPr>
            <a:endParaRPr lang="en-US" altLang="en-US" sz="2000">
              <a:cs typeface="Times New Roman" panose="02020603050405020304" pitchFamily="18" charset="0"/>
            </a:endParaRPr>
          </a:p>
          <a:p>
            <a:pPr lvl="1" algn="just" eaLnBrk="1" hangingPunct="1">
              <a:buFont typeface="Wingdings" panose="05000000000000000000" pitchFamily="2" charset="2"/>
              <a:buNone/>
            </a:pP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sym typeface="Symbol" panose="05050102010706020507" pitchFamily="18" charset="2"/>
              </a:rPr>
              <a:t></a:t>
            </a:r>
            <a:r>
              <a:rPr lang="en-US" altLang="en-US" sz="2000" i="1">
                <a:cs typeface="Times New Roman" panose="02020603050405020304" pitchFamily="18" charset="0"/>
              </a:rPr>
              <a:t>d</a:t>
            </a:r>
            <a:r>
              <a:rPr lang="en-US" altLang="en-US" sz="2000" i="1" baseline="-30000">
                <a:cs typeface="Times New Roman" panose="02020603050405020304" pitchFamily="18" charset="0"/>
              </a:rPr>
              <a:t>2 </a:t>
            </a:r>
            <a:r>
              <a:rPr lang="en-US" altLang="en-US" sz="2000">
                <a:cs typeface="Times New Roman" panose="02020603050405020304" pitchFamily="18" charset="0"/>
              </a:rPr>
              <a:t>= 5*3+0*0+3*2+0*0+2*1+0*1+0*1+2*1+0*0+0*1 = 25</a:t>
            </a:r>
          </a:p>
          <a:p>
            <a:pPr lvl="1" algn="just" eaLnBrk="1" hangingPunct="1">
              <a:buFont typeface="Wingdings" panose="05000000000000000000" pitchFamily="2" charset="2"/>
              <a:buNone/>
            </a:pPr>
            <a:r>
              <a:rPr lang="en-US" altLang="en-US" sz="2000">
                <a:cs typeface="Times New Roman" panose="02020603050405020304" pitchFamily="18" charset="0"/>
              </a:rPr>
              <a:t>||</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(5*5+0*0+3*3+0*0+2*2+0*0+0*0+2*2+0*0+0*0)</a:t>
            </a:r>
            <a:r>
              <a:rPr lang="en-US" altLang="en-US" sz="2000" b="1" baseline="30000">
                <a:cs typeface="Times New Roman" panose="02020603050405020304" pitchFamily="18" charset="0"/>
              </a:rPr>
              <a:t>0.5</a:t>
            </a:r>
            <a:r>
              <a:rPr lang="en-US" altLang="en-US" sz="2000">
                <a:cs typeface="Times New Roman" panose="02020603050405020304" pitchFamily="18" charset="0"/>
              </a:rPr>
              <a:t>=(42)</a:t>
            </a:r>
            <a:r>
              <a:rPr lang="en-US" altLang="en-US" sz="2000" b="1" baseline="30000">
                <a:cs typeface="Times New Roman" panose="02020603050405020304" pitchFamily="18" charset="0"/>
              </a:rPr>
              <a:t>0.5</a:t>
            </a:r>
            <a:r>
              <a:rPr lang="en-US" altLang="en-US" sz="2000">
                <a:cs typeface="Times New Roman" panose="02020603050405020304" pitchFamily="18" charset="0"/>
              </a:rPr>
              <a:t>  = 6.481</a:t>
            </a:r>
          </a:p>
          <a:p>
            <a:pPr lvl="1" algn="just" eaLnBrk="1" hangingPunct="1">
              <a:buFont typeface="Wingdings" panose="05000000000000000000" pitchFamily="2" charset="2"/>
              <a:buNone/>
            </a:pPr>
            <a:r>
              <a:rPr lang="en-US" altLang="en-US" sz="2000">
                <a:cs typeface="Times New Roman" panose="02020603050405020304" pitchFamily="18" charset="0"/>
              </a:rPr>
              <a:t>||</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(3*3+0*0+2*2+0*0+1*1+1*1+0*0+1*1+0*0+1*1)</a:t>
            </a:r>
            <a:r>
              <a:rPr lang="en-US" altLang="en-US" sz="2000" b="1" baseline="30000">
                <a:cs typeface="Times New Roman" panose="02020603050405020304" pitchFamily="18" charset="0"/>
              </a:rPr>
              <a:t>0.5</a:t>
            </a:r>
            <a:r>
              <a:rPr lang="en-US" altLang="en-US" sz="2000">
                <a:cs typeface="Times New Roman" panose="02020603050405020304" pitchFamily="18" charset="0"/>
              </a:rPr>
              <a:t>=(17)</a:t>
            </a:r>
            <a:r>
              <a:rPr lang="en-US" altLang="en-US" sz="2000" b="1" baseline="30000">
                <a:cs typeface="Times New Roman" panose="02020603050405020304" pitchFamily="18" charset="0"/>
              </a:rPr>
              <a:t>0.5</a:t>
            </a:r>
            <a:r>
              <a:rPr lang="en-US" altLang="en-US" sz="2000">
                <a:cs typeface="Times New Roman" panose="02020603050405020304" pitchFamily="18" charset="0"/>
              </a:rPr>
              <a:t>       = 4.12</a:t>
            </a:r>
          </a:p>
          <a:p>
            <a:pPr lvl="1" algn="just" eaLnBrk="1" hangingPunct="1">
              <a:buFont typeface="Wingdings" panose="05000000000000000000" pitchFamily="2" charset="2"/>
              <a:buNone/>
            </a:pPr>
            <a:r>
              <a:rPr lang="en-US" altLang="en-US" sz="2000">
                <a:cs typeface="Times New Roman" panose="02020603050405020304" pitchFamily="18" charset="0"/>
              </a:rPr>
              <a:t>cos(</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d</a:t>
            </a:r>
            <a:r>
              <a:rPr lang="en-US" altLang="en-US" sz="2000" i="1" baseline="-30000">
                <a:cs typeface="Times New Roman" panose="02020603050405020304" pitchFamily="18" charset="0"/>
              </a:rPr>
              <a:t>2</a:t>
            </a:r>
            <a:r>
              <a:rPr lang="en-US" altLang="en-US" sz="2000">
                <a:cs typeface="Times New Roman" panose="02020603050405020304" pitchFamily="18" charset="0"/>
              </a:rPr>
              <a:t> ) = 0.94</a:t>
            </a:r>
          </a:p>
        </p:txBody>
      </p:sp>
      <p:sp>
        <p:nvSpPr>
          <p:cNvPr id="59396" name="Slide Number Placeholder 5">
            <a:extLst>
              <a:ext uri="{FF2B5EF4-FFF2-40B4-BE49-F238E27FC236}">
                <a16:creationId xmlns:a16="http://schemas.microsoft.com/office/drawing/2014/main" id="{7696ED3D-7067-13E6-7C88-5CB2A8A1B07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fld id="{95D048F2-9CC7-4248-927F-DE58173BBD06}" type="slidenum">
              <a:rPr lang="en-US" altLang="en-US" sz="1200" smtClean="0">
                <a:latin typeface="Tahoma" panose="020B0604030504040204" pitchFamily="34" charset="0"/>
              </a:rPr>
              <a:pPr>
                <a:lnSpc>
                  <a:spcPct val="100000"/>
                </a:lnSpc>
                <a:spcBef>
                  <a:spcPct val="0"/>
                </a:spcBef>
                <a:buFontTx/>
                <a:buNone/>
              </a:pPr>
              <a:t>41</a:t>
            </a:fld>
            <a:endParaRPr lang="en-US" altLang="en-US" sz="1200">
              <a:latin typeface="Tahoma" panose="020B0604030504040204" pitchFamily="34" charset="0"/>
            </a:endParaRPr>
          </a:p>
        </p:txBody>
      </p:sp>
      <p:sp>
        <p:nvSpPr>
          <p:cNvPr id="5" name="Rectangle 4">
            <a:extLst>
              <a:ext uri="{FF2B5EF4-FFF2-40B4-BE49-F238E27FC236}">
                <a16:creationId xmlns:a16="http://schemas.microsoft.com/office/drawing/2014/main" id="{12EC2453-CBA2-B109-1501-7B2C5F86FC89}"/>
              </a:ext>
            </a:extLst>
          </p:cNvPr>
          <p:cNvSpPr/>
          <p:nvPr/>
        </p:nvSpPr>
        <p:spPr>
          <a:xfrm>
            <a:off x="123825" y="123825"/>
            <a:ext cx="11944350" cy="66103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en-IN"/>
          </a:p>
        </p:txBody>
      </p:sp>
      <p:cxnSp>
        <p:nvCxnSpPr>
          <p:cNvPr id="6" name="Straight Connector 5">
            <a:extLst>
              <a:ext uri="{FF2B5EF4-FFF2-40B4-BE49-F238E27FC236}">
                <a16:creationId xmlns:a16="http://schemas.microsoft.com/office/drawing/2014/main" id="{92B730CA-0679-807B-66AA-AE6E3ABB1E1F}"/>
              </a:ext>
            </a:extLst>
          </p:cNvPr>
          <p:cNvCxnSpPr/>
          <p:nvPr/>
        </p:nvCxnSpPr>
        <p:spPr>
          <a:xfrm>
            <a:off x="122238" y="1084263"/>
            <a:ext cx="11942762" cy="0"/>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ransition>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12149</TotalTime>
  <Words>986</Words>
  <Application>Microsoft Office PowerPoint</Application>
  <PresentationFormat>Widescreen</PresentationFormat>
  <Paragraphs>187</Paragraphs>
  <Slides>41</Slides>
  <Notes>12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41</vt:i4>
      </vt:variant>
    </vt:vector>
  </HeadingPairs>
  <TitlesOfParts>
    <vt:vector size="54" baseType="lpstr">
      <vt:lpstr>Calibri</vt:lpstr>
      <vt:lpstr>Arial</vt:lpstr>
      <vt:lpstr>Calibri Light</vt:lpstr>
      <vt:lpstr>Times New Roman</vt:lpstr>
      <vt:lpstr>Tahoma</vt:lpstr>
      <vt:lpstr>Arial Narrow</vt:lpstr>
      <vt:lpstr>Symbol</vt:lpstr>
      <vt:lpstr>Wingdings</vt:lpstr>
      <vt:lpstr>Office Theme</vt:lpstr>
      <vt:lpstr>Microsoft Equation 3.0</vt:lpstr>
      <vt:lpstr>Microsoft Office Excel Worksheet</vt:lpstr>
      <vt:lpstr>SmartDraw Drawing</vt:lpstr>
      <vt:lpstr>Microsoft Word Document</vt:lpstr>
      <vt:lpstr>   Data science UNIT-I Similarity and Dissimilarity measures</vt:lpstr>
      <vt:lpstr>Similarity and Dissimilarity</vt:lpstr>
      <vt:lpstr>Similarity and  Dissimilarity  Applications:</vt:lpstr>
      <vt:lpstr>Data Matrix and Dissimilarity Matrix</vt:lpstr>
      <vt:lpstr>Distance measures on Numeric Data: Minkowski Distance</vt:lpstr>
      <vt:lpstr>Special Cases of Minkowski Distance</vt:lpstr>
      <vt:lpstr>Example: Minkowski Distance</vt:lpstr>
      <vt:lpstr>Example : Numeric attribute: Find the distances</vt:lpstr>
      <vt:lpstr>Example: Numeric Attribute</vt:lpstr>
      <vt:lpstr>Similarity / Proximity Measures</vt:lpstr>
      <vt:lpstr>Proximity Measure for Nominal Attributes</vt:lpstr>
      <vt:lpstr>Example : find dissimilarity of given data</vt:lpstr>
      <vt:lpstr>Example: Finding Similarity matrix for Nominal attribute</vt:lpstr>
      <vt:lpstr>Example: Nominal attribute</vt:lpstr>
      <vt:lpstr>Proximity Measure for Binary Attributes</vt:lpstr>
      <vt:lpstr>Proximity Measure for Binary Attributes: Example</vt:lpstr>
      <vt:lpstr>Proximity Measure for Binary Attributes</vt:lpstr>
      <vt:lpstr>Proximity Measure for Binary Attributes: Example: Find Dissimilarity matrix</vt:lpstr>
      <vt:lpstr>Example: Ratio-Scaled Attributes: Find Dissimilarity matrix</vt:lpstr>
      <vt:lpstr>Proximity measure for Ordinal attributes</vt:lpstr>
      <vt:lpstr>Example: Ordinal Attributes</vt:lpstr>
      <vt:lpstr>Example: Ordinal Attributes</vt:lpstr>
      <vt:lpstr>Example: Find Dissimilarity matrix of given ordinal attribute</vt:lpstr>
      <vt:lpstr>Proximity measures of Mixed Attributes </vt:lpstr>
      <vt:lpstr>Example: Find Dissimilarity of Mixed Attributes </vt:lpstr>
      <vt:lpstr>Example: Find Dissimilarity of Mixed Attributes </vt:lpstr>
      <vt:lpstr>Example: Find Dissimilarity of Mixed Attributes </vt:lpstr>
      <vt:lpstr>Example: Mixed Attributes</vt:lpstr>
      <vt:lpstr>Example: Mixed Attributes</vt:lpstr>
      <vt:lpstr>Example: Mixed Attributes</vt:lpstr>
      <vt:lpstr>Example: Mixed Attributes</vt:lpstr>
      <vt:lpstr>Example: Mixed Attributes</vt:lpstr>
      <vt:lpstr>Example: Mixed Attributes</vt:lpstr>
      <vt:lpstr>Example: Mixed Attributes</vt:lpstr>
      <vt:lpstr>Example: Mixed Attributes</vt:lpstr>
      <vt:lpstr>Example: Mixed Attributes</vt:lpstr>
      <vt:lpstr>Example : Mixed Attributes</vt:lpstr>
      <vt:lpstr>Example: Mixed Attributes</vt:lpstr>
      <vt:lpstr>Example: Mixed Attributes</vt:lpstr>
      <vt:lpstr> Cosine Similarity</vt:lpstr>
      <vt:lpstr> Example: Find similarity of documents</vt:lpstr>
    </vt:vector>
  </TitlesOfParts>
  <Company>S.F.U.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Subhash Chandra N</cp:lastModifiedBy>
  <cp:revision>839</cp:revision>
  <cp:lastPrinted>2022-01-27T11:26:02Z</cp:lastPrinted>
  <dcterms:created xsi:type="dcterms:W3CDTF">1998-06-19T04:38:52Z</dcterms:created>
  <dcterms:modified xsi:type="dcterms:W3CDTF">2026-07-13T04:49:17Z</dcterms:modified>
</cp:coreProperties>
</file>